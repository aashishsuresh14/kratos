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A752"/>
    <a:srgbClr val="0351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725CE0-86BE-4C4D-8780-48DC25AB7160}" v="147" dt="2026-09-29T12:45:59.026"/>
    <p1510:client id="{5BBFAA3A-B220-40E8-B6EC-D147D99E53EE}" v="111" dt="2026-09-29T12:43:10.1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gav Ramachandran" userId="e58bd2d2-c266-455e-8e4a-e9f6ac6e3cfe" providerId="ADAL" clId="{4BB877A2-0BE0-415A-9F60-BE2B3310BDBC}"/>
    <pc:docChg chg="undo redo custSel modSld">
      <pc:chgData name="Ragav Ramachandran" userId="e58bd2d2-c266-455e-8e4a-e9f6ac6e3cfe" providerId="ADAL" clId="{4BB877A2-0BE0-415A-9F60-BE2B3310BDBC}" dt="2026-09-29T12:45:59.026" v="148" actId="14100"/>
      <pc:docMkLst>
        <pc:docMk/>
      </pc:docMkLst>
      <pc:sldChg chg="addSp delSp modSp mod">
        <pc:chgData name="Ragav Ramachandran" userId="e58bd2d2-c266-455e-8e4a-e9f6ac6e3cfe" providerId="ADAL" clId="{4BB877A2-0BE0-415A-9F60-BE2B3310BDBC}" dt="2026-09-29T12:45:59.026" v="148" actId="14100"/>
        <pc:sldMkLst>
          <pc:docMk/>
          <pc:sldMk cId="0" sldId="256"/>
        </pc:sldMkLst>
        <pc:spChg chg="mod">
          <ac:chgData name="Ragav Ramachandran" userId="e58bd2d2-c266-455e-8e4a-e9f6ac6e3cfe" providerId="ADAL" clId="{4BB877A2-0BE0-415A-9F60-BE2B3310BDBC}" dt="2026-09-29T12:45:28.086" v="143" actId="207"/>
          <ac:spMkLst>
            <pc:docMk/>
            <pc:sldMk cId="0" sldId="256"/>
            <ac:spMk id="3" creationId="{00000000-0000-0000-0000-000000000000}"/>
          </ac:spMkLst>
        </pc:spChg>
        <pc:spChg chg="mod">
          <ac:chgData name="Ragav Ramachandran" userId="e58bd2d2-c266-455e-8e4a-e9f6ac6e3cfe" providerId="ADAL" clId="{4BB877A2-0BE0-415A-9F60-BE2B3310BDBC}" dt="2026-09-29T12:45:59.026" v="148" actId="14100"/>
          <ac:spMkLst>
            <pc:docMk/>
            <pc:sldMk cId="0" sldId="256"/>
            <ac:spMk id="4" creationId="{00000000-0000-0000-0000-000000000000}"/>
          </ac:spMkLst>
        </pc:spChg>
        <pc:spChg chg="mod">
          <ac:chgData name="Ragav Ramachandran" userId="e58bd2d2-c266-455e-8e4a-e9f6ac6e3cfe" providerId="ADAL" clId="{4BB877A2-0BE0-415A-9F60-BE2B3310BDBC}" dt="2026-09-29T12:36:02.659" v="10" actId="1076"/>
          <ac:spMkLst>
            <pc:docMk/>
            <pc:sldMk cId="0" sldId="256"/>
            <ac:spMk id="6" creationId="{00000000-0000-0000-0000-000000000000}"/>
          </ac:spMkLst>
        </pc:spChg>
        <pc:spChg chg="mod">
          <ac:chgData name="Ragav Ramachandran" userId="e58bd2d2-c266-455e-8e4a-e9f6ac6e3cfe" providerId="ADAL" clId="{4BB877A2-0BE0-415A-9F60-BE2B3310BDBC}" dt="2026-09-29T12:36:02.659" v="10" actId="1076"/>
          <ac:spMkLst>
            <pc:docMk/>
            <pc:sldMk cId="0" sldId="256"/>
            <ac:spMk id="7" creationId="{00000000-0000-0000-0000-000000000000}"/>
          </ac:spMkLst>
        </pc:spChg>
        <pc:spChg chg="add del mod">
          <ac:chgData name="Ragav Ramachandran" userId="e58bd2d2-c266-455e-8e4a-e9f6ac6e3cfe" providerId="ADAL" clId="{4BB877A2-0BE0-415A-9F60-BE2B3310BDBC}" dt="2026-09-29T12:35:44.421" v="3"/>
          <ac:spMkLst>
            <pc:docMk/>
            <pc:sldMk cId="0" sldId="256"/>
            <ac:spMk id="8" creationId="{A208C4E1-B872-9BA9-BDB4-66611C82285E}"/>
          </ac:spMkLst>
        </pc:spChg>
        <pc:spChg chg="add del mod">
          <ac:chgData name="Ragav Ramachandran" userId="e58bd2d2-c266-455e-8e4a-e9f6ac6e3cfe" providerId="ADAL" clId="{4BB877A2-0BE0-415A-9F60-BE2B3310BDBC}" dt="2026-09-29T12:35:50.603" v="8"/>
          <ac:spMkLst>
            <pc:docMk/>
            <pc:sldMk cId="0" sldId="256"/>
            <ac:spMk id="10" creationId="{B5D10D76-7644-01AE-02E6-2608250063BD}"/>
          </ac:spMkLst>
        </pc:spChg>
        <pc:picChg chg="mod">
          <ac:chgData name="Ragav Ramachandran" userId="e58bd2d2-c266-455e-8e4a-e9f6ac6e3cfe" providerId="ADAL" clId="{4BB877A2-0BE0-415A-9F60-BE2B3310BDBC}" dt="2026-09-29T12:36:02.659" v="10" actId="1076"/>
          <ac:picMkLst>
            <pc:docMk/>
            <pc:sldMk cId="0" sldId="256"/>
            <ac:picMk id="5" creationId="{00000000-0000-0000-0000-000000000000}"/>
          </ac:picMkLst>
        </pc:picChg>
      </pc:sldChg>
      <pc:sldChg chg="addSp delSp modSp mod">
        <pc:chgData name="Ragav Ramachandran" userId="e58bd2d2-c266-455e-8e4a-e9f6ac6e3cfe" providerId="ADAL" clId="{4BB877A2-0BE0-415A-9F60-BE2B3310BDBC}" dt="2026-09-29T12:43:41.435" v="111" actId="1076"/>
        <pc:sldMkLst>
          <pc:docMk/>
          <pc:sldMk cId="0" sldId="257"/>
        </pc:sldMkLst>
        <pc:spChg chg="mod">
          <ac:chgData name="Ragav Ramachandran" userId="e58bd2d2-c266-455e-8e4a-e9f6ac6e3cfe" providerId="ADAL" clId="{4BB877A2-0BE0-415A-9F60-BE2B3310BDBC}" dt="2026-09-29T12:43:41.435" v="111" actId="1076"/>
          <ac:spMkLst>
            <pc:docMk/>
            <pc:sldMk cId="0" sldId="257"/>
            <ac:spMk id="3" creationId="{00000000-0000-0000-0000-000000000000}"/>
          </ac:spMkLst>
        </pc:spChg>
        <pc:spChg chg="mod">
          <ac:chgData name="Ragav Ramachandran" userId="e58bd2d2-c266-455e-8e4a-e9f6ac6e3cfe" providerId="ADAL" clId="{4BB877A2-0BE0-415A-9F60-BE2B3310BDBC}" dt="2026-09-29T12:37:00.423" v="24" actId="1036"/>
          <ac:spMkLst>
            <pc:docMk/>
            <pc:sldMk cId="0" sldId="257"/>
            <ac:spMk id="11" creationId="{00000000-0000-0000-0000-000000000000}"/>
          </ac:spMkLst>
        </pc:spChg>
        <pc:spChg chg="mod">
          <ac:chgData name="Ragav Ramachandran" userId="e58bd2d2-c266-455e-8e4a-e9f6ac6e3cfe" providerId="ADAL" clId="{4BB877A2-0BE0-415A-9F60-BE2B3310BDBC}" dt="2026-09-29T12:37:00.423" v="24" actId="1036"/>
          <ac:spMkLst>
            <pc:docMk/>
            <pc:sldMk cId="0" sldId="257"/>
            <ac:spMk id="12" creationId="{00000000-0000-0000-0000-000000000000}"/>
          </ac:spMkLst>
        </pc:spChg>
        <pc:spChg chg="mod">
          <ac:chgData name="Ragav Ramachandran" userId="e58bd2d2-c266-455e-8e4a-e9f6ac6e3cfe" providerId="ADAL" clId="{4BB877A2-0BE0-415A-9F60-BE2B3310BDBC}" dt="2026-09-29T12:37:00.423" v="24" actId="1036"/>
          <ac:spMkLst>
            <pc:docMk/>
            <pc:sldMk cId="0" sldId="257"/>
            <ac:spMk id="13" creationId="{00000000-0000-0000-0000-000000000000}"/>
          </ac:spMkLst>
        </pc:spChg>
        <pc:spChg chg="mod">
          <ac:chgData name="Ragav Ramachandran" userId="e58bd2d2-c266-455e-8e4a-e9f6ac6e3cfe" providerId="ADAL" clId="{4BB877A2-0BE0-415A-9F60-BE2B3310BDBC}" dt="2026-09-29T12:37:00.423" v="24" actId="1036"/>
          <ac:spMkLst>
            <pc:docMk/>
            <pc:sldMk cId="0" sldId="257"/>
            <ac:spMk id="14" creationId="{00000000-0000-0000-0000-000000000000}"/>
          </ac:spMkLst>
        </pc:spChg>
        <pc:spChg chg="add mod">
          <ac:chgData name="Ragav Ramachandran" userId="e58bd2d2-c266-455e-8e4a-e9f6ac6e3cfe" providerId="ADAL" clId="{4BB877A2-0BE0-415A-9F60-BE2B3310BDBC}" dt="2026-09-29T12:37:22.160" v="26" actId="1582"/>
          <ac:spMkLst>
            <pc:docMk/>
            <pc:sldMk cId="0" sldId="257"/>
            <ac:spMk id="15" creationId="{920431B8-C015-D227-9671-03EEEF10A9E4}"/>
          </ac:spMkLst>
        </pc:spChg>
        <pc:spChg chg="mod">
          <ac:chgData name="Ragav Ramachandran" userId="e58bd2d2-c266-455e-8e4a-e9f6ac6e3cfe" providerId="ADAL" clId="{4BB877A2-0BE0-415A-9F60-BE2B3310BDBC}" dt="2026-09-29T12:37:00.423" v="24" actId="1036"/>
          <ac:spMkLst>
            <pc:docMk/>
            <pc:sldMk cId="0" sldId="257"/>
            <ac:spMk id="16" creationId="{00000000-0000-0000-0000-000000000000}"/>
          </ac:spMkLst>
        </pc:spChg>
        <pc:spChg chg="mod">
          <ac:chgData name="Ragav Ramachandran" userId="e58bd2d2-c266-455e-8e4a-e9f6ac6e3cfe" providerId="ADAL" clId="{4BB877A2-0BE0-415A-9F60-BE2B3310BDBC}" dt="2026-09-29T12:37:00.423" v="24" actId="1036"/>
          <ac:spMkLst>
            <pc:docMk/>
            <pc:sldMk cId="0" sldId="257"/>
            <ac:spMk id="17" creationId="{00000000-0000-0000-0000-000000000000}"/>
          </ac:spMkLst>
        </pc:spChg>
        <pc:spChg chg="mod">
          <ac:chgData name="Ragav Ramachandran" userId="e58bd2d2-c266-455e-8e4a-e9f6ac6e3cfe" providerId="ADAL" clId="{4BB877A2-0BE0-415A-9F60-BE2B3310BDBC}" dt="2026-09-29T12:37:00.423" v="24" actId="1036"/>
          <ac:spMkLst>
            <pc:docMk/>
            <pc:sldMk cId="0" sldId="257"/>
            <ac:spMk id="18" creationId="{00000000-0000-0000-0000-000000000000}"/>
          </ac:spMkLst>
        </pc:spChg>
        <pc:spChg chg="mod">
          <ac:chgData name="Ragav Ramachandran" userId="e58bd2d2-c266-455e-8e4a-e9f6ac6e3cfe" providerId="ADAL" clId="{4BB877A2-0BE0-415A-9F60-BE2B3310BDBC}" dt="2026-09-29T12:37:00.423" v="24" actId="1036"/>
          <ac:spMkLst>
            <pc:docMk/>
            <pc:sldMk cId="0" sldId="257"/>
            <ac:spMk id="21" creationId="{00000000-0000-0000-0000-000000000000}"/>
          </ac:spMkLst>
        </pc:spChg>
        <pc:spChg chg="mod">
          <ac:chgData name="Ragav Ramachandran" userId="e58bd2d2-c266-455e-8e4a-e9f6ac6e3cfe" providerId="ADAL" clId="{4BB877A2-0BE0-415A-9F60-BE2B3310BDBC}" dt="2026-09-29T12:37:00.423" v="24" actId="1036"/>
          <ac:spMkLst>
            <pc:docMk/>
            <pc:sldMk cId="0" sldId="257"/>
            <ac:spMk id="24" creationId="{00000000-0000-0000-0000-000000000000}"/>
          </ac:spMkLst>
        </pc:spChg>
        <pc:spChg chg="add del">
          <ac:chgData name="Ragav Ramachandran" userId="e58bd2d2-c266-455e-8e4a-e9f6ac6e3cfe" providerId="ADAL" clId="{4BB877A2-0BE0-415A-9F60-BE2B3310BDBC}" dt="2026-09-29T12:37:36.003" v="28" actId="22"/>
          <ac:spMkLst>
            <pc:docMk/>
            <pc:sldMk cId="0" sldId="257"/>
            <ac:spMk id="27" creationId="{14CC5896-8D87-044F-915A-10CE0CADF895}"/>
          </ac:spMkLst>
        </pc:spChg>
        <pc:spChg chg="add del">
          <ac:chgData name="Ragav Ramachandran" userId="e58bd2d2-c266-455e-8e4a-e9f6ac6e3cfe" providerId="ADAL" clId="{4BB877A2-0BE0-415A-9F60-BE2B3310BDBC}" dt="2026-09-29T12:37:36.003" v="28" actId="22"/>
          <ac:spMkLst>
            <pc:docMk/>
            <pc:sldMk cId="0" sldId="257"/>
            <ac:spMk id="29" creationId="{45F42045-FB3C-4A0C-AFEC-5B84D9F464FF}"/>
          </ac:spMkLst>
        </pc:spChg>
        <pc:spChg chg="add del">
          <ac:chgData name="Ragav Ramachandran" userId="e58bd2d2-c266-455e-8e4a-e9f6ac6e3cfe" providerId="ADAL" clId="{4BB877A2-0BE0-415A-9F60-BE2B3310BDBC}" dt="2026-09-29T12:37:48.863" v="30" actId="478"/>
          <ac:spMkLst>
            <pc:docMk/>
            <pc:sldMk cId="0" sldId="257"/>
            <ac:spMk id="31" creationId="{D2EFC5F9-C006-6E0C-A728-8305A87A52F0}"/>
          </ac:spMkLst>
        </pc:spChg>
        <pc:spChg chg="add del">
          <ac:chgData name="Ragav Ramachandran" userId="e58bd2d2-c266-455e-8e4a-e9f6ac6e3cfe" providerId="ADAL" clId="{4BB877A2-0BE0-415A-9F60-BE2B3310BDBC}" dt="2026-09-29T12:38:51.608" v="32" actId="22"/>
          <ac:spMkLst>
            <pc:docMk/>
            <pc:sldMk cId="0" sldId="257"/>
            <ac:spMk id="33" creationId="{960B0D04-C7F4-2B61-194B-FDEB55C99466}"/>
          </ac:spMkLst>
        </pc:spChg>
        <pc:spChg chg="add mod">
          <ac:chgData name="Ragav Ramachandran" userId="e58bd2d2-c266-455e-8e4a-e9f6ac6e3cfe" providerId="ADAL" clId="{4BB877A2-0BE0-415A-9F60-BE2B3310BDBC}" dt="2026-09-29T12:39:13.310" v="45" actId="20577"/>
          <ac:spMkLst>
            <pc:docMk/>
            <pc:sldMk cId="0" sldId="257"/>
            <ac:spMk id="35" creationId="{B3F429A5-4964-E05B-3897-1A3030B06D68}"/>
          </ac:spMkLst>
        </pc:spChg>
        <pc:spChg chg="add mod">
          <ac:chgData name="Ragav Ramachandran" userId="e58bd2d2-c266-455e-8e4a-e9f6ac6e3cfe" providerId="ADAL" clId="{4BB877A2-0BE0-415A-9F60-BE2B3310BDBC}" dt="2026-09-29T12:41:21.213" v="91" actId="114"/>
          <ac:spMkLst>
            <pc:docMk/>
            <pc:sldMk cId="0" sldId="257"/>
            <ac:spMk id="37" creationId="{F88C4295-D10E-A3DE-64CE-8BB59BBF4074}"/>
          </ac:spMkLst>
        </pc:spChg>
        <pc:spChg chg="add mod">
          <ac:chgData name="Ragav Ramachandran" userId="e58bd2d2-c266-455e-8e4a-e9f6ac6e3cfe" providerId="ADAL" clId="{4BB877A2-0BE0-415A-9F60-BE2B3310BDBC}" dt="2026-09-29T12:41:19.739" v="90" actId="114"/>
          <ac:spMkLst>
            <pc:docMk/>
            <pc:sldMk cId="0" sldId="257"/>
            <ac:spMk id="39" creationId="{4DEA50F1-8BD8-9BEA-B3C0-19EF39F8D19B}"/>
          </ac:spMkLst>
        </pc:spChg>
        <pc:spChg chg="add mod">
          <ac:chgData name="Ragav Ramachandran" userId="e58bd2d2-c266-455e-8e4a-e9f6ac6e3cfe" providerId="ADAL" clId="{4BB877A2-0BE0-415A-9F60-BE2B3310BDBC}" dt="2026-09-29T12:41:18.142" v="89" actId="114"/>
          <ac:spMkLst>
            <pc:docMk/>
            <pc:sldMk cId="0" sldId="257"/>
            <ac:spMk id="41" creationId="{8436DD0C-7DEC-A073-6667-08061D285800}"/>
          </ac:spMkLst>
        </pc:spChg>
      </pc:sldChg>
      <pc:sldChg chg="addSp modSp mod">
        <pc:chgData name="Ragav Ramachandran" userId="e58bd2d2-c266-455e-8e4a-e9f6ac6e3cfe" providerId="ADAL" clId="{4BB877A2-0BE0-415A-9F60-BE2B3310BDBC}" dt="2026-09-29T12:44:24.594" v="137" actId="1076"/>
        <pc:sldMkLst>
          <pc:docMk/>
          <pc:sldMk cId="0" sldId="260"/>
        </pc:sldMkLst>
        <pc:spChg chg="mod">
          <ac:chgData name="Ragav Ramachandran" userId="e58bd2d2-c266-455e-8e4a-e9f6ac6e3cfe" providerId="ADAL" clId="{4BB877A2-0BE0-415A-9F60-BE2B3310BDBC}" dt="2026-09-29T12:42:51.583" v="104" actId="403"/>
          <ac:spMkLst>
            <pc:docMk/>
            <pc:sldMk cId="0" sldId="260"/>
            <ac:spMk id="3" creationId="{00000000-0000-0000-0000-000000000000}"/>
          </ac:spMkLst>
        </pc:spChg>
        <pc:spChg chg="add mod">
          <ac:chgData name="Ragav Ramachandran" userId="e58bd2d2-c266-455e-8e4a-e9f6ac6e3cfe" providerId="ADAL" clId="{4BB877A2-0BE0-415A-9F60-BE2B3310BDBC}" dt="2026-09-29T12:44:24.594" v="137" actId="1076"/>
          <ac:spMkLst>
            <pc:docMk/>
            <pc:sldMk cId="0" sldId="260"/>
            <ac:spMk id="37" creationId="{AF5F3665-1AC7-BD23-0E89-21A39F09C9D7}"/>
          </ac:spMkLst>
        </pc:spChg>
      </pc:sldChg>
    </pc:docChg>
  </pc:docChgLst>
  <pc:docChgLst>
    <pc:chgData name="Sahana Muralidharan" userId="bbf96638-0904-4813-88f9-18b754829ccc" providerId="ADAL" clId="{6A53196B-5220-40FE-9A4C-FDA621A29849}"/>
    <pc:docChg chg="undo custSel addSld delSld modSld">
      <pc:chgData name="Sahana Muralidharan" userId="bbf96638-0904-4813-88f9-18b754829ccc" providerId="ADAL" clId="{6A53196B-5220-40FE-9A4C-FDA621A29849}" dt="2026-09-29T12:43:10.154" v="113" actId="1076"/>
      <pc:docMkLst>
        <pc:docMk/>
      </pc:docMkLst>
      <pc:sldChg chg="addSp modSp mod">
        <pc:chgData name="Sahana Muralidharan" userId="bbf96638-0904-4813-88f9-18b754829ccc" providerId="ADAL" clId="{6A53196B-5220-40FE-9A4C-FDA621A29849}" dt="2026-09-29T12:43:10.154" v="113" actId="1076"/>
        <pc:sldMkLst>
          <pc:docMk/>
          <pc:sldMk cId="0" sldId="256"/>
        </pc:sldMkLst>
        <pc:spChg chg="mod">
          <ac:chgData name="Sahana Muralidharan" userId="bbf96638-0904-4813-88f9-18b754829ccc" providerId="ADAL" clId="{6A53196B-5220-40FE-9A4C-FDA621A29849}" dt="2026-09-29T12:30:09.586" v="31" actId="27636"/>
          <ac:spMkLst>
            <pc:docMk/>
            <pc:sldMk cId="0" sldId="256"/>
            <ac:spMk id="2" creationId="{00000000-0000-0000-0000-000000000000}"/>
          </ac:spMkLst>
        </pc:spChg>
        <pc:spChg chg="mod">
          <ac:chgData name="Sahana Muralidharan" userId="bbf96638-0904-4813-88f9-18b754829ccc" providerId="ADAL" clId="{6A53196B-5220-40FE-9A4C-FDA621A29849}" dt="2026-09-29T12:29:59.070" v="20" actId="404"/>
          <ac:spMkLst>
            <pc:docMk/>
            <pc:sldMk cId="0" sldId="256"/>
            <ac:spMk id="3" creationId="{00000000-0000-0000-0000-000000000000}"/>
          </ac:spMkLst>
        </pc:spChg>
        <pc:spChg chg="mod">
          <ac:chgData name="Sahana Muralidharan" userId="bbf96638-0904-4813-88f9-18b754829ccc" providerId="ADAL" clId="{6A53196B-5220-40FE-9A4C-FDA621A29849}" dt="2026-09-29T12:38:53.418" v="66" actId="27636"/>
          <ac:spMkLst>
            <pc:docMk/>
            <pc:sldMk cId="0" sldId="256"/>
            <ac:spMk id="4" creationId="{00000000-0000-0000-0000-000000000000}"/>
          </ac:spMkLst>
        </pc:spChg>
        <pc:picChg chg="mod">
          <ac:chgData name="Sahana Muralidharan" userId="bbf96638-0904-4813-88f9-18b754829ccc" providerId="ADAL" clId="{6A53196B-5220-40FE-9A4C-FDA621A29849}" dt="2026-09-29T12:26:18.086" v="1" actId="14100"/>
          <ac:picMkLst>
            <pc:docMk/>
            <pc:sldMk cId="0" sldId="256"/>
            <ac:picMk id="5" creationId="{00000000-0000-0000-0000-000000000000}"/>
          </ac:picMkLst>
        </pc:picChg>
        <pc:picChg chg="add mod">
          <ac:chgData name="Sahana Muralidharan" userId="bbf96638-0904-4813-88f9-18b754829ccc" providerId="ADAL" clId="{6A53196B-5220-40FE-9A4C-FDA621A29849}" dt="2026-09-29T12:30:53.567" v="36" actId="1582"/>
          <ac:picMkLst>
            <pc:docMk/>
            <pc:sldMk cId="0" sldId="256"/>
            <ac:picMk id="9" creationId="{22B1F366-3937-11D5-CA58-8096EE0BEC95}"/>
          </ac:picMkLst>
        </pc:picChg>
        <pc:picChg chg="add mod">
          <ac:chgData name="Sahana Muralidharan" userId="bbf96638-0904-4813-88f9-18b754829ccc" providerId="ADAL" clId="{6A53196B-5220-40FE-9A4C-FDA621A29849}" dt="2026-09-29T12:43:10.154" v="113" actId="1076"/>
          <ac:picMkLst>
            <pc:docMk/>
            <pc:sldMk cId="0" sldId="256"/>
            <ac:picMk id="11" creationId="{DAE82464-C89B-A349-3DE5-D76F47283FB1}"/>
          </ac:picMkLst>
        </pc:picChg>
      </pc:sldChg>
      <pc:sldChg chg="addSp delSp modSp add del mod">
        <pc:chgData name="Sahana Muralidharan" userId="bbf96638-0904-4813-88f9-18b754829ccc" providerId="ADAL" clId="{6A53196B-5220-40FE-9A4C-FDA621A29849}" dt="2026-09-29T12:42:47.127" v="106" actId="1076"/>
        <pc:sldMkLst>
          <pc:docMk/>
          <pc:sldMk cId="0" sldId="257"/>
        </pc:sldMkLst>
        <pc:spChg chg="mod">
          <ac:chgData name="Sahana Muralidharan" userId="bbf96638-0904-4813-88f9-18b754829ccc" providerId="ADAL" clId="{6A53196B-5220-40FE-9A4C-FDA621A29849}" dt="2026-09-29T12:38:00.607" v="58" actId="1076"/>
          <ac:spMkLst>
            <pc:docMk/>
            <pc:sldMk cId="0" sldId="257"/>
            <ac:spMk id="2" creationId="{00000000-0000-0000-0000-000000000000}"/>
          </ac:spMkLst>
        </pc:spChg>
        <pc:spChg chg="mod">
          <ac:chgData name="Sahana Muralidharan" userId="bbf96638-0904-4813-88f9-18b754829ccc" providerId="ADAL" clId="{6A53196B-5220-40FE-9A4C-FDA621A29849}" dt="2026-09-29T12:38:29.740" v="61" actId="1076"/>
          <ac:spMkLst>
            <pc:docMk/>
            <pc:sldMk cId="0" sldId="257"/>
            <ac:spMk id="3" creationId="{00000000-0000-0000-0000-000000000000}"/>
          </ac:spMkLst>
        </pc:spChg>
        <pc:spChg chg="mod">
          <ac:chgData name="Sahana Muralidharan" userId="bbf96638-0904-4813-88f9-18b754829ccc" providerId="ADAL" clId="{6A53196B-5220-40FE-9A4C-FDA621A29849}" dt="2026-09-29T12:32:49.322" v="47" actId="14100"/>
          <ac:spMkLst>
            <pc:docMk/>
            <pc:sldMk cId="0" sldId="257"/>
            <ac:spMk id="4" creationId="{00000000-0000-0000-0000-000000000000}"/>
          </ac:spMkLst>
        </pc:spChg>
        <pc:spChg chg="mod">
          <ac:chgData name="Sahana Muralidharan" userId="bbf96638-0904-4813-88f9-18b754829ccc" providerId="ADAL" clId="{6A53196B-5220-40FE-9A4C-FDA621A29849}" dt="2026-09-29T12:32:24.278" v="42" actId="1076"/>
          <ac:spMkLst>
            <pc:docMk/>
            <pc:sldMk cId="0" sldId="257"/>
            <ac:spMk id="5" creationId="{00000000-0000-0000-0000-000000000000}"/>
          </ac:spMkLst>
        </pc:spChg>
        <pc:spChg chg="mod">
          <ac:chgData name="Sahana Muralidharan" userId="bbf96638-0904-4813-88f9-18b754829ccc" providerId="ADAL" clId="{6A53196B-5220-40FE-9A4C-FDA621A29849}" dt="2026-09-29T12:27:39.386" v="8" actId="14100"/>
          <ac:spMkLst>
            <pc:docMk/>
            <pc:sldMk cId="0" sldId="257"/>
            <ac:spMk id="7" creationId="{00000000-0000-0000-0000-000000000000}"/>
          </ac:spMkLst>
        </pc:spChg>
        <pc:spChg chg="mod">
          <ac:chgData name="Sahana Muralidharan" userId="bbf96638-0904-4813-88f9-18b754829ccc" providerId="ADAL" clId="{6A53196B-5220-40FE-9A4C-FDA621A29849}" dt="2026-09-29T12:32:33.079" v="44" actId="14100"/>
          <ac:spMkLst>
            <pc:docMk/>
            <pc:sldMk cId="0" sldId="257"/>
            <ac:spMk id="10" creationId="{00000000-0000-0000-0000-000000000000}"/>
          </ac:spMkLst>
        </pc:spChg>
        <pc:spChg chg="mod">
          <ac:chgData name="Sahana Muralidharan" userId="bbf96638-0904-4813-88f9-18b754829ccc" providerId="ADAL" clId="{6A53196B-5220-40FE-9A4C-FDA621A29849}" dt="2026-09-29T12:33:04.312" v="51" actId="1076"/>
          <ac:spMkLst>
            <pc:docMk/>
            <pc:sldMk cId="0" sldId="257"/>
            <ac:spMk id="11" creationId="{00000000-0000-0000-0000-000000000000}"/>
          </ac:spMkLst>
        </pc:spChg>
        <pc:spChg chg="mod">
          <ac:chgData name="Sahana Muralidharan" userId="bbf96638-0904-4813-88f9-18b754829ccc" providerId="ADAL" clId="{6A53196B-5220-40FE-9A4C-FDA621A29849}" dt="2026-09-29T12:33:04.312" v="51" actId="1076"/>
          <ac:spMkLst>
            <pc:docMk/>
            <pc:sldMk cId="0" sldId="257"/>
            <ac:spMk id="12" creationId="{00000000-0000-0000-0000-000000000000}"/>
          </ac:spMkLst>
        </pc:spChg>
        <pc:spChg chg="mod">
          <ac:chgData name="Sahana Muralidharan" userId="bbf96638-0904-4813-88f9-18b754829ccc" providerId="ADAL" clId="{6A53196B-5220-40FE-9A4C-FDA621A29849}" dt="2026-09-29T12:32:24.278" v="42" actId="1076"/>
          <ac:spMkLst>
            <pc:docMk/>
            <pc:sldMk cId="0" sldId="257"/>
            <ac:spMk id="13" creationId="{00000000-0000-0000-0000-000000000000}"/>
          </ac:spMkLst>
        </pc:spChg>
        <pc:spChg chg="mod">
          <ac:chgData name="Sahana Muralidharan" userId="bbf96638-0904-4813-88f9-18b754829ccc" providerId="ADAL" clId="{6A53196B-5220-40FE-9A4C-FDA621A29849}" dt="2026-09-29T12:33:04.312" v="51" actId="1076"/>
          <ac:spMkLst>
            <pc:docMk/>
            <pc:sldMk cId="0" sldId="257"/>
            <ac:spMk id="14" creationId="{00000000-0000-0000-0000-000000000000}"/>
          </ac:spMkLst>
        </pc:spChg>
        <pc:spChg chg="mod">
          <ac:chgData name="Sahana Muralidharan" userId="bbf96638-0904-4813-88f9-18b754829ccc" providerId="ADAL" clId="{6A53196B-5220-40FE-9A4C-FDA621A29849}" dt="2026-09-29T12:33:04.312" v="51" actId="1076"/>
          <ac:spMkLst>
            <pc:docMk/>
            <pc:sldMk cId="0" sldId="257"/>
            <ac:spMk id="17" creationId="{00000000-0000-0000-0000-000000000000}"/>
          </ac:spMkLst>
        </pc:spChg>
        <pc:spChg chg="mod">
          <ac:chgData name="Sahana Muralidharan" userId="bbf96638-0904-4813-88f9-18b754829ccc" providerId="ADAL" clId="{6A53196B-5220-40FE-9A4C-FDA621A29849}" dt="2026-09-29T12:40:48.046" v="97" actId="1076"/>
          <ac:spMkLst>
            <pc:docMk/>
            <pc:sldMk cId="0" sldId="257"/>
            <ac:spMk id="18" creationId="{00000000-0000-0000-0000-000000000000}"/>
          </ac:spMkLst>
        </pc:spChg>
        <pc:spChg chg="mod">
          <ac:chgData name="Sahana Muralidharan" userId="bbf96638-0904-4813-88f9-18b754829ccc" providerId="ADAL" clId="{6A53196B-5220-40FE-9A4C-FDA621A29849}" dt="2026-09-29T12:34:59.172" v="55" actId="1076"/>
          <ac:spMkLst>
            <pc:docMk/>
            <pc:sldMk cId="0" sldId="257"/>
            <ac:spMk id="19" creationId="{00000000-0000-0000-0000-000000000000}"/>
          </ac:spMkLst>
        </pc:spChg>
        <pc:spChg chg="mod">
          <ac:chgData name="Sahana Muralidharan" userId="bbf96638-0904-4813-88f9-18b754829ccc" providerId="ADAL" clId="{6A53196B-5220-40FE-9A4C-FDA621A29849}" dt="2026-09-29T12:34:59.172" v="55" actId="1076"/>
          <ac:spMkLst>
            <pc:docMk/>
            <pc:sldMk cId="0" sldId="257"/>
            <ac:spMk id="20" creationId="{00000000-0000-0000-0000-000000000000}"/>
          </ac:spMkLst>
        </pc:spChg>
        <pc:spChg chg="mod">
          <ac:chgData name="Sahana Muralidharan" userId="bbf96638-0904-4813-88f9-18b754829ccc" providerId="ADAL" clId="{6A53196B-5220-40FE-9A4C-FDA621A29849}" dt="2026-09-29T12:34:59.172" v="55" actId="1076"/>
          <ac:spMkLst>
            <pc:docMk/>
            <pc:sldMk cId="0" sldId="257"/>
            <ac:spMk id="21" creationId="{00000000-0000-0000-0000-000000000000}"/>
          </ac:spMkLst>
        </pc:spChg>
        <pc:spChg chg="mod">
          <ac:chgData name="Sahana Muralidharan" userId="bbf96638-0904-4813-88f9-18b754829ccc" providerId="ADAL" clId="{6A53196B-5220-40FE-9A4C-FDA621A29849}" dt="2026-09-29T12:34:59.172" v="55" actId="1076"/>
          <ac:spMkLst>
            <pc:docMk/>
            <pc:sldMk cId="0" sldId="257"/>
            <ac:spMk id="23" creationId="{00000000-0000-0000-0000-000000000000}"/>
          </ac:spMkLst>
        </pc:spChg>
        <pc:spChg chg="mod">
          <ac:chgData name="Sahana Muralidharan" userId="bbf96638-0904-4813-88f9-18b754829ccc" providerId="ADAL" clId="{6A53196B-5220-40FE-9A4C-FDA621A29849}" dt="2026-09-29T12:34:59.172" v="55" actId="1076"/>
          <ac:spMkLst>
            <pc:docMk/>
            <pc:sldMk cId="0" sldId="257"/>
            <ac:spMk id="24" creationId="{00000000-0000-0000-0000-000000000000}"/>
          </ac:spMkLst>
        </pc:spChg>
        <pc:spChg chg="add mod">
          <ac:chgData name="Sahana Muralidharan" userId="bbf96638-0904-4813-88f9-18b754829ccc" providerId="ADAL" clId="{6A53196B-5220-40FE-9A4C-FDA621A29849}" dt="2026-09-29T12:40:18.042" v="92" actId="571"/>
          <ac:spMkLst>
            <pc:docMk/>
            <pc:sldMk cId="0" sldId="257"/>
            <ac:spMk id="27" creationId="{496385B2-8687-61F5-2AE7-809ABF4CC706}"/>
          </ac:spMkLst>
        </pc:spChg>
        <pc:spChg chg="add mod">
          <ac:chgData name="Sahana Muralidharan" userId="bbf96638-0904-4813-88f9-18b754829ccc" providerId="ADAL" clId="{6A53196B-5220-40FE-9A4C-FDA621A29849}" dt="2026-09-29T12:39:19.825" v="86" actId="1076"/>
          <ac:spMkLst>
            <pc:docMk/>
            <pc:sldMk cId="0" sldId="257"/>
            <ac:spMk id="30" creationId="{3DBD7AA5-A10C-E35A-CDB1-A7139CC0B8CB}"/>
          </ac:spMkLst>
        </pc:spChg>
        <pc:spChg chg="add del mod">
          <ac:chgData name="Sahana Muralidharan" userId="bbf96638-0904-4813-88f9-18b754829ccc" providerId="ADAL" clId="{6A53196B-5220-40FE-9A4C-FDA621A29849}" dt="2026-09-29T12:39:15.192" v="85"/>
          <ac:spMkLst>
            <pc:docMk/>
            <pc:sldMk cId="0" sldId="257"/>
            <ac:spMk id="32" creationId="{C6B06026-87D0-26BD-FA9E-16692E16D006}"/>
          </ac:spMkLst>
        </pc:spChg>
        <pc:picChg chg="del">
          <ac:chgData name="Sahana Muralidharan" userId="bbf96638-0904-4813-88f9-18b754829ccc" providerId="ADAL" clId="{6A53196B-5220-40FE-9A4C-FDA621A29849}" dt="2026-09-29T12:32:56.880" v="50" actId="478"/>
          <ac:picMkLst>
            <pc:docMk/>
            <pc:sldMk cId="0" sldId="257"/>
            <ac:picMk id="8" creationId="{00000000-0000-0000-0000-000000000000}"/>
          </ac:picMkLst>
        </pc:picChg>
        <pc:picChg chg="add mod">
          <ac:chgData name="Sahana Muralidharan" userId="bbf96638-0904-4813-88f9-18b754829ccc" providerId="ADAL" clId="{6A53196B-5220-40FE-9A4C-FDA621A29849}" dt="2026-09-29T12:42:47.127" v="106" actId="1076"/>
          <ac:picMkLst>
            <pc:docMk/>
            <pc:sldMk cId="0" sldId="257"/>
            <ac:picMk id="8" creationId="{A27B5228-0F39-D286-CE1F-0EAB8D2B1924}"/>
          </ac:picMkLst>
        </pc:picChg>
        <pc:picChg chg="del">
          <ac:chgData name="Sahana Muralidharan" userId="bbf96638-0904-4813-88f9-18b754829ccc" providerId="ADAL" clId="{6A53196B-5220-40FE-9A4C-FDA621A29849}" dt="2026-09-29T12:32:55.091" v="49" actId="478"/>
          <ac:picMkLst>
            <pc:docMk/>
            <pc:sldMk cId="0" sldId="257"/>
            <ac:picMk id="15" creationId="{00000000-0000-0000-0000-000000000000}"/>
          </ac:picMkLst>
        </pc:picChg>
        <pc:picChg chg="del">
          <ac:chgData name="Sahana Muralidharan" userId="bbf96638-0904-4813-88f9-18b754829ccc" providerId="ADAL" clId="{6A53196B-5220-40FE-9A4C-FDA621A29849}" dt="2026-09-29T12:32:52.085" v="48" actId="478"/>
          <ac:picMkLst>
            <pc:docMk/>
            <pc:sldMk cId="0" sldId="257"/>
            <ac:picMk id="22" creationId="{00000000-0000-0000-0000-000000000000}"/>
          </ac:picMkLst>
        </pc:picChg>
        <pc:picChg chg="add mod">
          <ac:chgData name="Sahana Muralidharan" userId="bbf96638-0904-4813-88f9-18b754829ccc" providerId="ADAL" clId="{6A53196B-5220-40FE-9A4C-FDA621A29849}" dt="2026-09-29T12:40:24.562" v="93" actId="1076"/>
          <ac:picMkLst>
            <pc:docMk/>
            <pc:sldMk cId="0" sldId="257"/>
            <ac:picMk id="22" creationId="{2A9BA549-5513-6210-4C0E-9AC07A88374F}"/>
          </ac:picMkLst>
        </pc:picChg>
        <pc:picChg chg="add mod">
          <ac:chgData name="Sahana Muralidharan" userId="bbf96638-0904-4813-88f9-18b754829ccc" providerId="ADAL" clId="{6A53196B-5220-40FE-9A4C-FDA621A29849}" dt="2026-09-29T12:40:53.575" v="98" actId="1076"/>
          <ac:picMkLst>
            <pc:docMk/>
            <pc:sldMk cId="0" sldId="257"/>
            <ac:picMk id="29" creationId="{A027BDDB-007C-A6AA-4A18-E4D85A7241C4}"/>
          </ac:picMkLst>
        </pc:picChg>
      </pc:sldChg>
      <pc:sldChg chg="modSp mod">
        <pc:chgData name="Sahana Muralidharan" userId="bbf96638-0904-4813-88f9-18b754829ccc" providerId="ADAL" clId="{6A53196B-5220-40FE-9A4C-FDA621A29849}" dt="2026-09-29T12:28:03.395" v="12" actId="6549"/>
        <pc:sldMkLst>
          <pc:docMk/>
          <pc:sldMk cId="0" sldId="258"/>
        </pc:sldMkLst>
        <pc:spChg chg="mod">
          <ac:chgData name="Sahana Muralidharan" userId="bbf96638-0904-4813-88f9-18b754829ccc" providerId="ADAL" clId="{6A53196B-5220-40FE-9A4C-FDA621A29849}" dt="2026-09-29T12:28:03.395" v="12" actId="6549"/>
          <ac:spMkLst>
            <pc:docMk/>
            <pc:sldMk cId="0" sldId="258"/>
            <ac:spMk id="2" creationId="{00000000-0000-0000-0000-000000000000}"/>
          </ac:spMkLst>
        </pc:spChg>
      </pc:sldChg>
      <pc:sldChg chg="modSp mod">
        <pc:chgData name="Sahana Muralidharan" userId="bbf96638-0904-4813-88f9-18b754829ccc" providerId="ADAL" clId="{6A53196B-5220-40FE-9A4C-FDA621A29849}" dt="2026-09-29T12:32:03.934" v="41" actId="113"/>
        <pc:sldMkLst>
          <pc:docMk/>
          <pc:sldMk cId="0" sldId="259"/>
        </pc:sldMkLst>
        <pc:spChg chg="mod">
          <ac:chgData name="Sahana Muralidharan" userId="bbf96638-0904-4813-88f9-18b754829ccc" providerId="ADAL" clId="{6A53196B-5220-40FE-9A4C-FDA621A29849}" dt="2026-09-29T12:28:09.164" v="13" actId="6549"/>
          <ac:spMkLst>
            <pc:docMk/>
            <pc:sldMk cId="0" sldId="259"/>
            <ac:spMk id="2" creationId="{00000000-0000-0000-0000-000000000000}"/>
          </ac:spMkLst>
        </pc:spChg>
        <pc:spChg chg="mod">
          <ac:chgData name="Sahana Muralidharan" userId="bbf96638-0904-4813-88f9-18b754829ccc" providerId="ADAL" clId="{6A53196B-5220-40FE-9A4C-FDA621A29849}" dt="2026-09-29T12:32:03.934" v="41" actId="113"/>
          <ac:spMkLst>
            <pc:docMk/>
            <pc:sldMk cId="0" sldId="259"/>
            <ac:spMk id="3" creationId="{00000000-0000-0000-0000-000000000000}"/>
          </ac:spMkLst>
        </pc:spChg>
      </pc:sldChg>
      <pc:sldChg chg="modSp mod">
        <pc:chgData name="Sahana Muralidharan" userId="bbf96638-0904-4813-88f9-18b754829ccc" providerId="ADAL" clId="{6A53196B-5220-40FE-9A4C-FDA621A29849}" dt="2026-09-29T12:28:17.521" v="16" actId="6549"/>
        <pc:sldMkLst>
          <pc:docMk/>
          <pc:sldMk cId="0" sldId="260"/>
        </pc:sldMkLst>
        <pc:spChg chg="mod">
          <ac:chgData name="Sahana Muralidharan" userId="bbf96638-0904-4813-88f9-18b754829ccc" providerId="ADAL" clId="{6A53196B-5220-40FE-9A4C-FDA621A29849}" dt="2026-09-29T12:28:17.521" v="16" actId="6549"/>
          <ac:spMkLst>
            <pc:docMk/>
            <pc:sldMk cId="0" sldId="260"/>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3827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answer. KAMPASS is the compass for every key account: one system that plans, predicts and runs the account. The screen on the right is the live product. A leader asks for cross-sell opportunities across their accounts, and KAMPASS reads the whole portfolio, finds the shared pattern and names the offerings to position.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strategic side of Key Account Management. Read the three columns in order: plan, decide, grow. For each, say what KAMPASS does, then the outcome the account sees and the target figure.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differentiator. On the left, the flow: the data KAMPASS reads, what the predictive engine forecasts, and what reaches the leader. On the right, the live product doing it. A CEO coffee catch-up becomes a summary, three signals (a confirmed budget, a pain point and a buying signal) and two proposed actions with owner and due date, each traced back to what the customer actually said. The leader accepts or edits; nothing is actioned without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agent works. It reads four kinds of account data, rebuilds the account state, runs five predictive models and turns the results into plays, a verdict, a plan and a meeting brief. The captain acts on them and taps the outcome. That outcome flows straight back: it re-scores the play at once and retrains the models every month, so the agent gets sharper with every cycle.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operational side of Key Account Management. Four modules form the operational master: timesheets, allocation, skill set and utilization reports. The band at the bottom is the core argument: account growth follows associate growth, through better use of the right skills on the right accounts. The same data feeds the predictive engine and the agent from the previous two slides.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514D"/>
        </a:solidFill>
        <a:effectLst/>
      </p:bgPr>
    </p:bg>
    <p:spTree>
      <p:nvGrpSpPr>
        <p:cNvPr id="1" name=""/>
        <p:cNvGrpSpPr/>
        <p:nvPr/>
      </p:nvGrpSpPr>
      <p:grpSpPr>
        <a:xfrm>
          <a:off x="0" y="0"/>
          <a:ext cx="0" cy="0"/>
          <a:chOff x="0" y="0"/>
          <a:chExt cx="0" cy="0"/>
        </a:xfrm>
      </p:grpSpPr>
      <p:sp>
        <p:nvSpPr>
          <p:cNvPr id="2" name="Text 0"/>
          <p:cNvSpPr/>
          <p:nvPr/>
        </p:nvSpPr>
        <p:spPr>
          <a:xfrm>
            <a:off x="812800" y="1155940"/>
            <a:ext cx="5323967" cy="705867"/>
          </a:xfrm>
          <a:prstGeom prst="rect">
            <a:avLst/>
          </a:prstGeom>
          <a:noFill/>
          <a:ln/>
        </p:spPr>
        <p:txBody>
          <a:bodyPr wrap="square" lIns="0" tIns="0" rIns="0" bIns="0" rtlCol="0" anchor="t">
            <a:normAutofit/>
          </a:bodyPr>
          <a:lstStyle/>
          <a:p>
            <a:pPr marL="0" indent="0" algn="l">
              <a:lnSpc>
                <a:spcPts val="1960"/>
              </a:lnSpc>
              <a:buNone/>
            </a:pPr>
            <a:r>
              <a:rPr lang="en-US" sz="2800" b="1" kern="0" spc="300" dirty="0">
                <a:solidFill>
                  <a:schemeClr val="bg1"/>
                </a:solidFill>
                <a:latin typeface="IBM Plex Mono" pitchFamily="34" charset="0"/>
                <a:ea typeface="IBM Plex Mono" pitchFamily="34" charset="-122"/>
                <a:cs typeface="IBM Plex Mono" pitchFamily="34" charset="-120"/>
              </a:rPr>
              <a:t>KAMPASS</a:t>
            </a:r>
            <a:endParaRPr lang="en-US" sz="2800" dirty="0">
              <a:solidFill>
                <a:schemeClr val="bg1"/>
              </a:solidFill>
            </a:endParaRPr>
          </a:p>
        </p:txBody>
      </p:sp>
      <p:sp>
        <p:nvSpPr>
          <p:cNvPr id="3" name="Text 1"/>
          <p:cNvSpPr/>
          <p:nvPr/>
        </p:nvSpPr>
        <p:spPr>
          <a:xfrm>
            <a:off x="809625" y="2552687"/>
            <a:ext cx="5323967" cy="1918097"/>
          </a:xfrm>
          <a:prstGeom prst="rect">
            <a:avLst/>
          </a:prstGeom>
          <a:noFill/>
          <a:ln/>
        </p:spPr>
        <p:txBody>
          <a:bodyPr wrap="square" lIns="0" tIns="0" rIns="0" bIns="0" rtlCol="0" anchor="t">
            <a:normAutofit/>
          </a:bodyPr>
          <a:lstStyle/>
          <a:p>
            <a:pPr marL="0" indent="0" algn="l">
              <a:buNone/>
            </a:pPr>
            <a:r>
              <a:rPr lang="en-US" sz="3600" b="1" dirty="0">
                <a:solidFill>
                  <a:srgbClr val="E2A752"/>
                </a:solidFill>
                <a:latin typeface="Quicksand" pitchFamily="34" charset="0"/>
                <a:ea typeface="Quicksand" pitchFamily="34" charset="-122"/>
                <a:cs typeface="Quicksand" pitchFamily="34" charset="-120"/>
              </a:rPr>
              <a:t>The compass for every key account</a:t>
            </a:r>
            <a:endParaRPr lang="en-US" sz="3600" dirty="0">
              <a:solidFill>
                <a:srgbClr val="E2A752"/>
              </a:solidFill>
            </a:endParaRPr>
          </a:p>
        </p:txBody>
      </p:sp>
      <p:sp>
        <p:nvSpPr>
          <p:cNvPr id="4" name="Text 2"/>
          <p:cNvSpPr/>
          <p:nvPr/>
        </p:nvSpPr>
        <p:spPr>
          <a:xfrm>
            <a:off x="806450" y="3901824"/>
            <a:ext cx="5695950" cy="878681"/>
          </a:xfrm>
          <a:prstGeom prst="rect">
            <a:avLst/>
          </a:prstGeom>
          <a:noFill/>
          <a:ln/>
        </p:spPr>
        <p:txBody>
          <a:bodyPr wrap="square" lIns="0" tIns="0" rIns="0" bIns="0" rtlCol="0" anchor="t">
            <a:normAutofit/>
          </a:bodyPr>
          <a:lstStyle/>
          <a:p>
            <a:pPr marL="0" indent="0" algn="l">
              <a:lnSpc>
                <a:spcPts val="2240"/>
              </a:lnSpc>
              <a:buNone/>
            </a:pPr>
            <a:r>
              <a:rPr lang="en-US" dirty="0">
                <a:solidFill>
                  <a:srgbClr val="E2F4F2"/>
                </a:solidFill>
                <a:latin typeface="Quicksand" pitchFamily="34" charset="0"/>
                <a:ea typeface="Quicksand" pitchFamily="34" charset="-122"/>
                <a:cs typeface="Quicksand" pitchFamily="34" charset="-120"/>
              </a:rPr>
              <a:t>KAMPASS brings strategic planning, predictive AI and operational data into one system for leaders of Micro and Macro Account Clusters.</a:t>
            </a:r>
            <a:endParaRPr lang="en-US" dirty="0"/>
          </a:p>
        </p:txBody>
      </p:sp>
      <p:pic>
        <p:nvPicPr>
          <p:cNvPr id="5" name="Image 0" descr="KAMPASS assistant finding cross-sell opportunities across five accounts"/>
          <p:cNvPicPr>
            <a:picLocks noChangeAspect="1"/>
          </p:cNvPicPr>
          <p:nvPr/>
        </p:nvPicPr>
        <p:blipFill>
          <a:blip r:embed="rId3"/>
          <a:srcRect t="-64" b="-64"/>
          <a:stretch/>
        </p:blipFill>
        <p:spPr>
          <a:xfrm>
            <a:off x="7532370" y="1085850"/>
            <a:ext cx="3543300" cy="4343400"/>
          </a:xfrm>
          <a:prstGeom prst="roundRect">
            <a:avLst>
              <a:gd name="adj" fmla="val 2688"/>
            </a:avLst>
          </a:prstGeom>
          <a:effectLst>
            <a:outerShdw blurRad="406400" dist="152400" dir="5400000" algn="bl" rotWithShape="0">
              <a:srgbClr val="000000">
                <a:alpha val="40000"/>
              </a:srgbClr>
            </a:outerShdw>
          </a:effectLst>
        </p:spPr>
      </p:pic>
      <p:sp>
        <p:nvSpPr>
          <p:cNvPr id="6" name="Shape 3"/>
          <p:cNvSpPr/>
          <p:nvPr/>
        </p:nvSpPr>
        <p:spPr>
          <a:xfrm>
            <a:off x="7529195" y="1082675"/>
            <a:ext cx="3549650" cy="4349750"/>
          </a:xfrm>
          <a:prstGeom prst="roundRect">
            <a:avLst>
              <a:gd name="adj" fmla="val 2773"/>
            </a:avLst>
          </a:prstGeom>
          <a:noFill/>
          <a:ln w="6350">
            <a:solidFill>
              <a:srgbClr val="1C9292"/>
            </a:solidFill>
            <a:prstDash val="solid"/>
          </a:ln>
        </p:spPr>
        <p:txBody>
          <a:bodyPr/>
          <a:lstStyle/>
          <a:p>
            <a:endParaRPr lang="en-US"/>
          </a:p>
        </p:txBody>
      </p:sp>
      <p:sp>
        <p:nvSpPr>
          <p:cNvPr id="7" name="Text 4"/>
          <p:cNvSpPr/>
          <p:nvPr/>
        </p:nvSpPr>
        <p:spPr>
          <a:xfrm>
            <a:off x="7526020" y="5562600"/>
            <a:ext cx="4938078"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6DCF3"/>
                </a:solidFill>
                <a:latin typeface="IBM Plex Mono" pitchFamily="34" charset="0"/>
                <a:ea typeface="IBM Plex Mono" pitchFamily="34" charset="-122"/>
                <a:cs typeface="IBM Plex Mono" pitchFamily="34" charset="-120"/>
              </a:rPr>
              <a:t>KNOW YOUR PORTFOLIO MORE THAN EVER</a:t>
            </a:r>
            <a:endParaRPr lang="en-US" sz="1200" dirty="0"/>
          </a:p>
        </p:txBody>
      </p:sp>
      <p:pic>
        <p:nvPicPr>
          <p:cNvPr id="9" name="Graphic 8" descr="Map compass outline">
            <a:extLst>
              <a:ext uri="{FF2B5EF4-FFF2-40B4-BE49-F238E27FC236}">
                <a16:creationId xmlns:a16="http://schemas.microsoft.com/office/drawing/2014/main" id="{22B1F366-3937-11D5-CA58-8096EE0BEC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1724" y="342900"/>
            <a:ext cx="1626079" cy="1626079"/>
          </a:xfrm>
          <a:prstGeom prst="rect">
            <a:avLst/>
          </a:prstGeom>
        </p:spPr>
      </p:pic>
      <p:pic>
        <p:nvPicPr>
          <p:cNvPr id="11" name="Picture 10">
            <a:extLst>
              <a:ext uri="{FF2B5EF4-FFF2-40B4-BE49-F238E27FC236}">
                <a16:creationId xmlns:a16="http://schemas.microsoft.com/office/drawing/2014/main" id="{DAE82464-C89B-A349-3DE5-D76F47283FB1}"/>
              </a:ext>
            </a:extLst>
          </p:cNvPr>
          <p:cNvPicPr>
            <a:picLocks noChangeAspect="1"/>
          </p:cNvPicPr>
          <p:nvPr/>
        </p:nvPicPr>
        <p:blipFill>
          <a:blip r:embed="rId5"/>
          <a:stretch>
            <a:fillRect/>
          </a:stretch>
        </p:blipFill>
        <p:spPr>
          <a:xfrm>
            <a:off x="8551944" y="453152"/>
            <a:ext cx="1504151" cy="6326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FF6"/>
        </a:solidFill>
        <a:effectLst/>
      </p:bgPr>
    </p:bg>
    <p:spTree>
      <p:nvGrpSpPr>
        <p:cNvPr id="1" name=""/>
        <p:cNvGrpSpPr/>
        <p:nvPr/>
      </p:nvGrpSpPr>
      <p:grpSpPr>
        <a:xfrm>
          <a:off x="0" y="0"/>
          <a:ext cx="0" cy="0"/>
          <a:chOff x="0" y="0"/>
          <a:chExt cx="0" cy="0"/>
        </a:xfrm>
      </p:grpSpPr>
      <p:sp>
        <p:nvSpPr>
          <p:cNvPr id="2" name="Text 0"/>
          <p:cNvSpPr/>
          <p:nvPr/>
        </p:nvSpPr>
        <p:spPr>
          <a:xfrm>
            <a:off x="3689350" y="207247"/>
            <a:ext cx="8502650" cy="238720"/>
          </a:xfrm>
          <a:prstGeom prst="rect">
            <a:avLst/>
          </a:prstGeom>
          <a:noFill/>
          <a:ln/>
        </p:spPr>
        <p:txBody>
          <a:bodyPr wrap="square" lIns="0" tIns="0" rIns="0" bIns="0" rtlCol="0" anchor="t">
            <a:normAutofit/>
          </a:bodyPr>
          <a:lstStyle/>
          <a:p>
            <a:pPr marL="0" indent="0" algn="r">
              <a:lnSpc>
                <a:spcPts val="1680"/>
              </a:lnSpc>
              <a:buNone/>
            </a:pPr>
            <a:r>
              <a:rPr lang="en-US" sz="1200" b="1" kern="0" spc="100">
                <a:solidFill>
                  <a:srgbClr val="167D7D"/>
                </a:solidFill>
                <a:latin typeface="IBM Plex Mono" pitchFamily="34" charset="0"/>
                <a:ea typeface="IBM Plex Mono" pitchFamily="34" charset="-122"/>
                <a:cs typeface="IBM Plex Mono" pitchFamily="34" charset="-120"/>
              </a:rPr>
              <a:t>STRATEGIC</a:t>
            </a:r>
            <a:r>
              <a:rPr lang="en-US" sz="1200" kern="0" spc="100">
                <a:solidFill>
                  <a:srgbClr val="5E7A78"/>
                </a:solidFill>
                <a:latin typeface="IBM Plex Mono" pitchFamily="34" charset="0"/>
                <a:ea typeface="IBM Plex Mono" pitchFamily="34" charset="-122"/>
                <a:cs typeface="IBM Plex Mono" pitchFamily="34" charset="-120"/>
              </a:rPr>
              <a:t> · PREDICTIVE AI · AGENT ·</a:t>
            </a:r>
            <a:endParaRPr lang="en-US" sz="1200"/>
          </a:p>
        </p:txBody>
      </p:sp>
      <p:sp>
        <p:nvSpPr>
          <p:cNvPr id="3" name="Text 1"/>
          <p:cNvSpPr/>
          <p:nvPr/>
        </p:nvSpPr>
        <p:spPr>
          <a:xfrm>
            <a:off x="271875" y="668731"/>
            <a:ext cx="11795843" cy="784754"/>
          </a:xfrm>
          <a:prstGeom prst="rect">
            <a:avLst/>
          </a:prstGeom>
          <a:noFill/>
          <a:ln/>
        </p:spPr>
        <p:txBody>
          <a:bodyPr wrap="square" lIns="0" tIns="0" rIns="0" bIns="0" rtlCol="0" anchor="t">
            <a:normAutofit/>
          </a:bodyPr>
          <a:lstStyle/>
          <a:p>
            <a:pPr marL="0" indent="0" algn="l">
              <a:lnSpc>
                <a:spcPts val="2990"/>
              </a:lnSpc>
              <a:buNone/>
            </a:pPr>
            <a:r>
              <a:rPr lang="en-US" sz="2000" b="1" dirty="0">
                <a:solidFill>
                  <a:srgbClr val="03514D"/>
                </a:solidFill>
                <a:latin typeface="Quicksand" pitchFamily="34" charset="0"/>
                <a:ea typeface="Quicksand" pitchFamily="34" charset="-122"/>
                <a:cs typeface="Quicksand" pitchFamily="34" charset="-120"/>
              </a:rPr>
              <a:t>KAMPASS helps Key Account leaders plan, decide and grow across every Micro and Macro Account Cluster</a:t>
            </a:r>
            <a:endParaRPr lang="en-US" sz="2000" dirty="0"/>
          </a:p>
        </p:txBody>
      </p:sp>
      <p:sp>
        <p:nvSpPr>
          <p:cNvPr id="4" name="Shape 2"/>
          <p:cNvSpPr/>
          <p:nvPr/>
        </p:nvSpPr>
        <p:spPr>
          <a:xfrm>
            <a:off x="203500" y="1852992"/>
            <a:ext cx="2744178" cy="3958696"/>
          </a:xfrm>
          <a:prstGeom prst="roundRect">
            <a:avLst>
              <a:gd name="adj" fmla="val 2160"/>
            </a:avLst>
          </a:prstGeom>
          <a:solidFill>
            <a:srgbClr val="FFFFFF"/>
          </a:solidFill>
          <a:ln w="6350">
            <a:solidFill>
              <a:srgbClr val="D3E3DF"/>
            </a:solidFill>
            <a:prstDash val="solid"/>
          </a:ln>
        </p:spPr>
        <p:txBody>
          <a:bodyPr/>
          <a:lstStyle/>
          <a:p>
            <a:endParaRPr lang="en-US"/>
          </a:p>
        </p:txBody>
      </p:sp>
      <p:sp>
        <p:nvSpPr>
          <p:cNvPr id="5" name="Text 3"/>
          <p:cNvSpPr/>
          <p:nvPr/>
        </p:nvSpPr>
        <p:spPr>
          <a:xfrm>
            <a:off x="433157" y="2082651"/>
            <a:ext cx="3008630"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67D7D"/>
                </a:solidFill>
                <a:latin typeface="IBM Plex Mono" pitchFamily="34" charset="0"/>
                <a:ea typeface="IBM Plex Mono" pitchFamily="34" charset="-122"/>
                <a:cs typeface="IBM Plex Mono" pitchFamily="34" charset="-120"/>
              </a:rPr>
              <a:t>01</a:t>
            </a:r>
            <a:endParaRPr lang="en-US" sz="1200"/>
          </a:p>
        </p:txBody>
      </p:sp>
      <p:sp>
        <p:nvSpPr>
          <p:cNvPr id="6" name="Text 4"/>
          <p:cNvSpPr/>
          <p:nvPr/>
        </p:nvSpPr>
        <p:spPr>
          <a:xfrm>
            <a:off x="433157" y="2410271"/>
            <a:ext cx="3008630" cy="299707"/>
          </a:xfrm>
          <a:prstGeom prst="rect">
            <a:avLst/>
          </a:prstGeom>
          <a:noFill/>
          <a:ln/>
        </p:spPr>
        <p:txBody>
          <a:bodyPr wrap="square" lIns="0" tIns="0" rIns="0" bIns="0" rtlCol="0" anchor="t">
            <a:normAutofit/>
          </a:bodyPr>
          <a:lstStyle/>
          <a:p>
            <a:pPr marL="0" indent="0" algn="l">
              <a:lnSpc>
                <a:spcPts val="2160"/>
              </a:lnSpc>
              <a:buNone/>
            </a:pPr>
            <a:r>
              <a:rPr lang="en-US" sz="1800" b="1">
                <a:solidFill>
                  <a:srgbClr val="03514D"/>
                </a:solidFill>
                <a:latin typeface="Quicksand" pitchFamily="34" charset="0"/>
                <a:ea typeface="Quicksand" pitchFamily="34" charset="-122"/>
                <a:cs typeface="Quicksand" pitchFamily="34" charset="-120"/>
              </a:rPr>
              <a:t>Plan</a:t>
            </a:r>
            <a:endParaRPr lang="en-US" sz="1800"/>
          </a:p>
        </p:txBody>
      </p:sp>
      <p:sp>
        <p:nvSpPr>
          <p:cNvPr id="7" name="Text 5"/>
          <p:cNvSpPr/>
          <p:nvPr/>
        </p:nvSpPr>
        <p:spPr>
          <a:xfrm>
            <a:off x="433157" y="2798878"/>
            <a:ext cx="2258284" cy="487627"/>
          </a:xfrm>
          <a:prstGeom prst="rect">
            <a:avLst/>
          </a:prstGeom>
          <a:noFill/>
          <a:ln/>
        </p:spPr>
        <p:txBody>
          <a:bodyPr wrap="square" lIns="0" tIns="0" rIns="0" bIns="0" rtlCol="0" anchor="t">
            <a:noAutofit/>
          </a:bodyPr>
          <a:lstStyle/>
          <a:p>
            <a:pPr marL="0" indent="0" algn="l">
              <a:lnSpc>
                <a:spcPts val="1820"/>
              </a:lnSpc>
              <a:buNone/>
            </a:pPr>
            <a:r>
              <a:rPr lang="en-US">
                <a:solidFill>
                  <a:srgbClr val="173C3A"/>
                </a:solidFill>
                <a:latin typeface="Quicksand" pitchFamily="34" charset="0"/>
                <a:ea typeface="Quicksand" pitchFamily="34" charset="-122"/>
                <a:cs typeface="Quicksand" pitchFamily="34" charset="-120"/>
              </a:rPr>
              <a:t>One live account plan per cluster, with priorities, owners and targets</a:t>
            </a:r>
            <a:endParaRPr lang="en-US"/>
          </a:p>
        </p:txBody>
      </p:sp>
      <p:sp>
        <p:nvSpPr>
          <p:cNvPr id="9" name="Text 6"/>
          <p:cNvSpPr/>
          <p:nvPr/>
        </p:nvSpPr>
        <p:spPr>
          <a:xfrm>
            <a:off x="433157" y="4808719"/>
            <a:ext cx="3008630"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5E7A78"/>
                </a:solidFill>
                <a:latin typeface="IBM Plex Mono" pitchFamily="34" charset="0"/>
                <a:ea typeface="IBM Plex Mono" pitchFamily="34" charset="-122"/>
                <a:cs typeface="IBM Plex Mono" pitchFamily="34" charset="-120"/>
              </a:rPr>
              <a:t>OUTCOME</a:t>
            </a:r>
            <a:endParaRPr lang="en-US" sz="1200"/>
          </a:p>
        </p:txBody>
      </p:sp>
      <p:sp>
        <p:nvSpPr>
          <p:cNvPr id="10" name="Text 7"/>
          <p:cNvSpPr/>
          <p:nvPr/>
        </p:nvSpPr>
        <p:spPr>
          <a:xfrm>
            <a:off x="433157" y="5136339"/>
            <a:ext cx="2172020"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03514D"/>
                </a:solidFill>
                <a:latin typeface="Quicksand" pitchFamily="34" charset="0"/>
                <a:ea typeface="Quicksand" pitchFamily="34" charset="-122"/>
                <a:cs typeface="Quicksand" pitchFamily="34" charset="-120"/>
              </a:rPr>
              <a:t>Every account runs on one current, shared plan</a:t>
            </a:r>
            <a:endParaRPr lang="en-US" sz="1300"/>
          </a:p>
        </p:txBody>
      </p:sp>
      <p:sp>
        <p:nvSpPr>
          <p:cNvPr id="11" name="Shape 8"/>
          <p:cNvSpPr/>
          <p:nvPr/>
        </p:nvSpPr>
        <p:spPr>
          <a:xfrm>
            <a:off x="3177335" y="1867421"/>
            <a:ext cx="2744178" cy="3958696"/>
          </a:xfrm>
          <a:prstGeom prst="roundRect">
            <a:avLst>
              <a:gd name="adj" fmla="val 2160"/>
            </a:avLst>
          </a:prstGeom>
          <a:solidFill>
            <a:srgbClr val="FFFFFF"/>
          </a:solidFill>
          <a:ln w="6350">
            <a:solidFill>
              <a:srgbClr val="D3E3DF"/>
            </a:solidFill>
            <a:prstDash val="solid"/>
          </a:ln>
        </p:spPr>
        <p:txBody>
          <a:bodyPr/>
          <a:lstStyle/>
          <a:p>
            <a:endParaRPr lang="en-US"/>
          </a:p>
        </p:txBody>
      </p:sp>
      <p:sp>
        <p:nvSpPr>
          <p:cNvPr id="12" name="Text 9"/>
          <p:cNvSpPr/>
          <p:nvPr/>
        </p:nvSpPr>
        <p:spPr>
          <a:xfrm>
            <a:off x="3406992" y="2097080"/>
            <a:ext cx="3008630"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67D7D"/>
                </a:solidFill>
                <a:latin typeface="IBM Plex Mono" pitchFamily="34" charset="0"/>
                <a:ea typeface="IBM Plex Mono" pitchFamily="34" charset="-122"/>
                <a:cs typeface="IBM Plex Mono" pitchFamily="34" charset="-120"/>
              </a:rPr>
              <a:t>02</a:t>
            </a:r>
            <a:endParaRPr lang="en-US" sz="1200"/>
          </a:p>
        </p:txBody>
      </p:sp>
      <p:sp>
        <p:nvSpPr>
          <p:cNvPr id="13" name="Text 10"/>
          <p:cNvSpPr/>
          <p:nvPr/>
        </p:nvSpPr>
        <p:spPr>
          <a:xfrm>
            <a:off x="3406992" y="2424700"/>
            <a:ext cx="3008630" cy="299707"/>
          </a:xfrm>
          <a:prstGeom prst="rect">
            <a:avLst/>
          </a:prstGeom>
          <a:noFill/>
          <a:ln/>
        </p:spPr>
        <p:txBody>
          <a:bodyPr wrap="square" lIns="0" tIns="0" rIns="0" bIns="0" rtlCol="0" anchor="t">
            <a:normAutofit/>
          </a:bodyPr>
          <a:lstStyle/>
          <a:p>
            <a:pPr marL="0" indent="0" algn="l">
              <a:lnSpc>
                <a:spcPts val="2160"/>
              </a:lnSpc>
              <a:buNone/>
            </a:pPr>
            <a:r>
              <a:rPr lang="en-US" sz="1800" b="1">
                <a:solidFill>
                  <a:srgbClr val="03514D"/>
                </a:solidFill>
                <a:latin typeface="Quicksand" pitchFamily="34" charset="0"/>
                <a:ea typeface="Quicksand" pitchFamily="34" charset="-122"/>
                <a:cs typeface="Quicksand" pitchFamily="34" charset="-120"/>
              </a:rPr>
              <a:t>Decide</a:t>
            </a:r>
            <a:endParaRPr lang="en-US" sz="1800"/>
          </a:p>
        </p:txBody>
      </p:sp>
      <p:sp>
        <p:nvSpPr>
          <p:cNvPr id="14" name="Text 11"/>
          <p:cNvSpPr/>
          <p:nvPr/>
        </p:nvSpPr>
        <p:spPr>
          <a:xfrm>
            <a:off x="3406992" y="2813307"/>
            <a:ext cx="2258284" cy="487627"/>
          </a:xfrm>
          <a:prstGeom prst="rect">
            <a:avLst/>
          </a:prstGeom>
          <a:noFill/>
          <a:ln/>
        </p:spPr>
        <p:txBody>
          <a:bodyPr wrap="square" lIns="0" tIns="0" rIns="0" bIns="0" rtlCol="0" anchor="t">
            <a:noAutofit/>
          </a:bodyPr>
          <a:lstStyle/>
          <a:p>
            <a:pPr marL="0" indent="0" algn="l">
              <a:lnSpc>
                <a:spcPts val="1820"/>
              </a:lnSpc>
              <a:buNone/>
            </a:pPr>
            <a:r>
              <a:rPr lang="en-US">
                <a:solidFill>
                  <a:srgbClr val="173C3A"/>
                </a:solidFill>
                <a:latin typeface="Quicksand" pitchFamily="34" charset="0"/>
                <a:ea typeface="Quicksand" pitchFamily="34" charset="-122"/>
                <a:cs typeface="Quicksand" pitchFamily="34" charset="-120"/>
              </a:rPr>
              <a:t>Actions ranked by expected impact, using predicted risk and opportunity</a:t>
            </a:r>
            <a:endParaRPr lang="en-US"/>
          </a:p>
        </p:txBody>
      </p:sp>
      <p:sp>
        <p:nvSpPr>
          <p:cNvPr id="16" name="Text 12"/>
          <p:cNvSpPr/>
          <p:nvPr/>
        </p:nvSpPr>
        <p:spPr>
          <a:xfrm>
            <a:off x="3406992" y="4823148"/>
            <a:ext cx="3008630"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5E7A78"/>
                </a:solidFill>
                <a:latin typeface="IBM Plex Mono" pitchFamily="34" charset="0"/>
                <a:ea typeface="IBM Plex Mono" pitchFamily="34" charset="-122"/>
                <a:cs typeface="IBM Plex Mono" pitchFamily="34" charset="-120"/>
              </a:rPr>
              <a:t>OUTCOME</a:t>
            </a:r>
            <a:endParaRPr lang="en-US" sz="1200"/>
          </a:p>
        </p:txBody>
      </p:sp>
      <p:sp>
        <p:nvSpPr>
          <p:cNvPr id="17" name="Text 13"/>
          <p:cNvSpPr/>
          <p:nvPr/>
        </p:nvSpPr>
        <p:spPr>
          <a:xfrm>
            <a:off x="3406992" y="5150768"/>
            <a:ext cx="2334644"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03514D"/>
                </a:solidFill>
                <a:latin typeface="Quicksand" pitchFamily="34" charset="0"/>
                <a:ea typeface="Quicksand" pitchFamily="34" charset="-122"/>
                <a:cs typeface="Quicksand" pitchFamily="34" charset="-120"/>
              </a:rPr>
              <a:t>Faster decisions grounded in forward-looking data</a:t>
            </a:r>
            <a:endParaRPr lang="en-US" sz="1300"/>
          </a:p>
        </p:txBody>
      </p:sp>
      <p:sp>
        <p:nvSpPr>
          <p:cNvPr id="18" name="Shape 14"/>
          <p:cNvSpPr/>
          <p:nvPr/>
        </p:nvSpPr>
        <p:spPr>
          <a:xfrm>
            <a:off x="6096000" y="1873775"/>
            <a:ext cx="2744178" cy="3958696"/>
          </a:xfrm>
          <a:prstGeom prst="roundRect">
            <a:avLst>
              <a:gd name="adj" fmla="val 2160"/>
            </a:avLst>
          </a:prstGeom>
          <a:solidFill>
            <a:srgbClr val="FFFFFF"/>
          </a:solidFill>
          <a:ln w="6350">
            <a:solidFill>
              <a:srgbClr val="D3E3DF"/>
            </a:solidFill>
            <a:prstDash val="solid"/>
          </a:ln>
        </p:spPr>
        <p:txBody>
          <a:bodyPr/>
          <a:lstStyle/>
          <a:p>
            <a:endParaRPr lang="en-US"/>
          </a:p>
        </p:txBody>
      </p:sp>
      <p:sp>
        <p:nvSpPr>
          <p:cNvPr id="19" name="Text 15"/>
          <p:cNvSpPr/>
          <p:nvPr/>
        </p:nvSpPr>
        <p:spPr>
          <a:xfrm>
            <a:off x="6325657" y="2123754"/>
            <a:ext cx="3008630"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67D7D"/>
                </a:solidFill>
                <a:latin typeface="IBM Plex Mono" pitchFamily="34" charset="0"/>
                <a:ea typeface="IBM Plex Mono" pitchFamily="34" charset="-122"/>
                <a:cs typeface="IBM Plex Mono" pitchFamily="34" charset="-120"/>
              </a:rPr>
              <a:t>03</a:t>
            </a:r>
            <a:endParaRPr lang="en-US" sz="1200"/>
          </a:p>
        </p:txBody>
      </p:sp>
      <p:sp>
        <p:nvSpPr>
          <p:cNvPr id="20" name="Text 16"/>
          <p:cNvSpPr/>
          <p:nvPr/>
        </p:nvSpPr>
        <p:spPr>
          <a:xfrm>
            <a:off x="6325657" y="2451374"/>
            <a:ext cx="3008630"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3514D"/>
                </a:solidFill>
                <a:latin typeface="Quicksand" pitchFamily="34" charset="0"/>
                <a:ea typeface="Quicksand" pitchFamily="34" charset="-122"/>
                <a:cs typeface="Quicksand" pitchFamily="34" charset="-120"/>
              </a:rPr>
              <a:t>Grow</a:t>
            </a:r>
            <a:endParaRPr lang="en-US" sz="1800" dirty="0"/>
          </a:p>
        </p:txBody>
      </p:sp>
      <p:sp>
        <p:nvSpPr>
          <p:cNvPr id="21" name="Text 17"/>
          <p:cNvSpPr/>
          <p:nvPr/>
        </p:nvSpPr>
        <p:spPr>
          <a:xfrm>
            <a:off x="6325657" y="2819661"/>
            <a:ext cx="2258284" cy="487627"/>
          </a:xfrm>
          <a:prstGeom prst="rect">
            <a:avLst/>
          </a:prstGeom>
          <a:noFill/>
          <a:ln/>
        </p:spPr>
        <p:txBody>
          <a:bodyPr wrap="square" lIns="0" tIns="0" rIns="0" bIns="0" rtlCol="0" anchor="t">
            <a:noAutofit/>
          </a:bodyPr>
          <a:lstStyle/>
          <a:p>
            <a:pPr>
              <a:lnSpc>
                <a:spcPts val="1820"/>
              </a:lnSpc>
            </a:pPr>
            <a:r>
              <a:rPr lang="en-US" dirty="0">
                <a:solidFill>
                  <a:srgbClr val="173C3A"/>
                </a:solidFill>
                <a:latin typeface="Quicksand" pitchFamily="34" charset="0"/>
                <a:ea typeface="Quicksand" pitchFamily="34" charset="-122"/>
              </a:rPr>
              <a:t>Growth levers identified per account and tracked through to revenue</a:t>
            </a:r>
          </a:p>
        </p:txBody>
      </p:sp>
      <p:sp>
        <p:nvSpPr>
          <p:cNvPr id="23" name="Text 18"/>
          <p:cNvSpPr/>
          <p:nvPr/>
        </p:nvSpPr>
        <p:spPr>
          <a:xfrm>
            <a:off x="6325657" y="4849822"/>
            <a:ext cx="3008630"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5E7A78"/>
                </a:solidFill>
                <a:latin typeface="IBM Plex Mono" pitchFamily="34" charset="0"/>
                <a:ea typeface="IBM Plex Mono" pitchFamily="34" charset="-122"/>
                <a:cs typeface="IBM Plex Mono" pitchFamily="34" charset="-120"/>
              </a:rPr>
              <a:t>OUTCOME</a:t>
            </a:r>
            <a:endParaRPr lang="en-US" sz="1200"/>
          </a:p>
        </p:txBody>
      </p:sp>
      <p:sp>
        <p:nvSpPr>
          <p:cNvPr id="24" name="Text 19"/>
          <p:cNvSpPr/>
          <p:nvPr/>
        </p:nvSpPr>
        <p:spPr>
          <a:xfrm>
            <a:off x="6325657" y="5157122"/>
            <a:ext cx="2258284"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03514D"/>
                </a:solidFill>
                <a:latin typeface="Quicksand" pitchFamily="34" charset="0"/>
                <a:ea typeface="Quicksand" pitchFamily="34" charset="-122"/>
                <a:cs typeface="Quicksand" pitchFamily="34" charset="-120"/>
              </a:rPr>
              <a:t>Sustained, measurable growth in account revenue</a:t>
            </a:r>
            <a:endParaRPr lang="en-US" sz="1300"/>
          </a:p>
        </p:txBody>
      </p:sp>
      <p:sp>
        <p:nvSpPr>
          <p:cNvPr id="25" name="Text 20"/>
          <p:cNvSpPr/>
          <p:nvPr/>
        </p:nvSpPr>
        <p:spPr>
          <a:xfrm>
            <a:off x="812800" y="6238280"/>
            <a:ext cx="5933596"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E7A78"/>
                </a:solidFill>
                <a:latin typeface="IBM Plex Mono" pitchFamily="34" charset="0"/>
                <a:ea typeface="IBM Plex Mono" pitchFamily="34" charset="-122"/>
                <a:cs typeface="IBM Plex Mono" pitchFamily="34" charset="-120"/>
              </a:rPr>
              <a:t>Source: [Pilot data, period]; bracketed figures to be completed</a:t>
            </a:r>
            <a:endParaRPr lang="en-US" sz="1200"/>
          </a:p>
        </p:txBody>
      </p:sp>
      <p:sp>
        <p:nvSpPr>
          <p:cNvPr id="26" name="Text 21"/>
          <p:cNvSpPr/>
          <p:nvPr/>
        </p:nvSpPr>
        <p:spPr>
          <a:xfrm>
            <a:off x="11196307" y="6238280"/>
            <a:ext cx="233693"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E7A78"/>
                </a:solidFill>
                <a:latin typeface="IBM Plex Mono" pitchFamily="34" charset="0"/>
                <a:ea typeface="IBM Plex Mono" pitchFamily="34" charset="-122"/>
                <a:cs typeface="IBM Plex Mono" pitchFamily="34" charset="-120"/>
              </a:rPr>
              <a:t>02</a:t>
            </a:r>
            <a:endParaRPr lang="en-US" sz="1200"/>
          </a:p>
        </p:txBody>
      </p:sp>
      <p:sp>
        <p:nvSpPr>
          <p:cNvPr id="15" name="Shape 14">
            <a:extLst>
              <a:ext uri="{FF2B5EF4-FFF2-40B4-BE49-F238E27FC236}">
                <a16:creationId xmlns:a16="http://schemas.microsoft.com/office/drawing/2014/main" id="{920431B8-C015-D227-9671-03EEEF10A9E4}"/>
              </a:ext>
            </a:extLst>
          </p:cNvPr>
          <p:cNvSpPr/>
          <p:nvPr/>
        </p:nvSpPr>
        <p:spPr>
          <a:xfrm>
            <a:off x="9069835" y="1887741"/>
            <a:ext cx="2744178" cy="3958696"/>
          </a:xfrm>
          <a:prstGeom prst="roundRect">
            <a:avLst>
              <a:gd name="adj" fmla="val 2160"/>
            </a:avLst>
          </a:prstGeom>
          <a:solidFill>
            <a:srgbClr val="FFFFFF"/>
          </a:solidFill>
          <a:ln w="38100">
            <a:solidFill>
              <a:srgbClr val="03514D"/>
            </a:solidFill>
            <a:prstDash val="solid"/>
          </a:ln>
        </p:spPr>
        <p:txBody>
          <a:bodyPr/>
          <a:lstStyle/>
          <a:p>
            <a:endParaRPr lang="en-US"/>
          </a:p>
        </p:txBody>
      </p:sp>
      <p:sp>
        <p:nvSpPr>
          <p:cNvPr id="30" name="Text 4">
            <a:extLst>
              <a:ext uri="{FF2B5EF4-FFF2-40B4-BE49-F238E27FC236}">
                <a16:creationId xmlns:a16="http://schemas.microsoft.com/office/drawing/2014/main" id="{3DBD7AA5-A10C-E35A-CDB1-A7139CC0B8CB}"/>
              </a:ext>
            </a:extLst>
          </p:cNvPr>
          <p:cNvSpPr/>
          <p:nvPr/>
        </p:nvSpPr>
        <p:spPr>
          <a:xfrm>
            <a:off x="1590477" y="1435398"/>
            <a:ext cx="5914504" cy="276096"/>
          </a:xfrm>
          <a:prstGeom prst="rect">
            <a:avLst/>
          </a:prstGeom>
          <a:noFill/>
          <a:ln/>
        </p:spPr>
        <p:txBody>
          <a:bodyPr wrap="square" lIns="0" tIns="0" rIns="0" bIns="0" rtlCol="0" anchor="t">
            <a:normAutofit/>
          </a:bodyPr>
          <a:lstStyle/>
          <a:p>
            <a:pPr marL="0" indent="0" algn="ctr">
              <a:lnSpc>
                <a:spcPts val="2160"/>
              </a:lnSpc>
              <a:buNone/>
            </a:pPr>
            <a:r>
              <a:rPr lang="en-US" sz="1800" b="1">
                <a:solidFill>
                  <a:srgbClr val="03514D"/>
                </a:solidFill>
                <a:latin typeface="Quicksand" pitchFamily="34" charset="0"/>
                <a:ea typeface="Quicksand" pitchFamily="34" charset="-122"/>
                <a:cs typeface="Quicksand" pitchFamily="34" charset="-120"/>
              </a:rPr>
              <a:t>ACCOUNT MANAGER</a:t>
            </a:r>
            <a:endParaRPr lang="en-US" sz="1800"/>
          </a:p>
        </p:txBody>
      </p:sp>
      <p:sp>
        <p:nvSpPr>
          <p:cNvPr id="35" name="Text 16">
            <a:extLst>
              <a:ext uri="{FF2B5EF4-FFF2-40B4-BE49-F238E27FC236}">
                <a16:creationId xmlns:a16="http://schemas.microsoft.com/office/drawing/2014/main" id="{B3F429A5-4964-E05B-3897-1A3030B06D68}"/>
              </a:ext>
            </a:extLst>
          </p:cNvPr>
          <p:cNvSpPr/>
          <p:nvPr/>
        </p:nvSpPr>
        <p:spPr>
          <a:xfrm>
            <a:off x="8937609" y="1417383"/>
            <a:ext cx="3008630" cy="299707"/>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03514D"/>
                </a:solidFill>
                <a:latin typeface="Quicksand" pitchFamily="34" charset="0"/>
                <a:ea typeface="Quicksand" pitchFamily="34" charset="-122"/>
                <a:cs typeface="Quicksand" pitchFamily="34" charset="-120"/>
              </a:rPr>
              <a:t>EXECUTIVE</a:t>
            </a:r>
            <a:endParaRPr lang="en-US" sz="1800" dirty="0"/>
          </a:p>
        </p:txBody>
      </p:sp>
      <p:sp>
        <p:nvSpPr>
          <p:cNvPr id="37" name="TextBox 36">
            <a:extLst>
              <a:ext uri="{FF2B5EF4-FFF2-40B4-BE49-F238E27FC236}">
                <a16:creationId xmlns:a16="http://schemas.microsoft.com/office/drawing/2014/main" id="{F88C4295-D10E-A3DE-64CE-8BB59BBF4074}"/>
              </a:ext>
            </a:extLst>
          </p:cNvPr>
          <p:cNvSpPr txBox="1"/>
          <p:nvPr/>
        </p:nvSpPr>
        <p:spPr>
          <a:xfrm>
            <a:off x="9202207" y="2401241"/>
            <a:ext cx="2227793" cy="646331"/>
          </a:xfrm>
          <a:prstGeom prst="rect">
            <a:avLst/>
          </a:prstGeom>
          <a:noFill/>
        </p:spPr>
        <p:txBody>
          <a:bodyPr wrap="square">
            <a:spAutoFit/>
          </a:bodyPr>
          <a:lstStyle/>
          <a:p>
            <a:r>
              <a:rPr lang="en-US" b="1" i="1" dirty="0">
                <a:solidFill>
                  <a:srgbClr val="173C3A"/>
                </a:solidFill>
                <a:latin typeface="Quicksand" pitchFamily="34" charset="0"/>
                <a:ea typeface="Quicksand" pitchFamily="34" charset="-122"/>
              </a:rPr>
              <a:t>See:</a:t>
            </a:r>
            <a:r>
              <a:rPr lang="en-US" i="1" dirty="0">
                <a:solidFill>
                  <a:srgbClr val="173C3A"/>
                </a:solidFill>
                <a:latin typeface="Quicksand" pitchFamily="34" charset="0"/>
                <a:ea typeface="Quicksand" pitchFamily="34" charset="-122"/>
              </a:rPr>
              <a:t> the full portfolio in one view</a:t>
            </a:r>
          </a:p>
        </p:txBody>
      </p:sp>
      <p:sp>
        <p:nvSpPr>
          <p:cNvPr id="39" name="TextBox 38">
            <a:extLst>
              <a:ext uri="{FF2B5EF4-FFF2-40B4-BE49-F238E27FC236}">
                <a16:creationId xmlns:a16="http://schemas.microsoft.com/office/drawing/2014/main" id="{4DEA50F1-8BD8-9BEA-B3C0-19EF39F8D19B}"/>
              </a:ext>
            </a:extLst>
          </p:cNvPr>
          <p:cNvSpPr txBox="1"/>
          <p:nvPr/>
        </p:nvSpPr>
        <p:spPr>
          <a:xfrm>
            <a:off x="9202207" y="3085911"/>
            <a:ext cx="2227793" cy="923330"/>
          </a:xfrm>
          <a:prstGeom prst="rect">
            <a:avLst/>
          </a:prstGeom>
          <a:noFill/>
        </p:spPr>
        <p:txBody>
          <a:bodyPr wrap="square">
            <a:spAutoFit/>
          </a:bodyPr>
          <a:lstStyle/>
          <a:p>
            <a:r>
              <a:rPr lang="en-US" b="1" i="1" dirty="0">
                <a:solidFill>
                  <a:srgbClr val="173C3A"/>
                </a:solidFill>
                <a:latin typeface="Quicksand" pitchFamily="34" charset="0"/>
                <a:ea typeface="Quicksand" pitchFamily="34" charset="-122"/>
              </a:rPr>
              <a:t>Anticipate:</a:t>
            </a:r>
            <a:r>
              <a:rPr lang="en-US" i="1" dirty="0">
                <a:solidFill>
                  <a:srgbClr val="173C3A"/>
                </a:solidFill>
                <a:latin typeface="Quicksand" pitchFamily="34" charset="0"/>
                <a:ea typeface="Quicksand" pitchFamily="34" charset="-122"/>
              </a:rPr>
              <a:t> </a:t>
            </a:r>
            <a:r>
              <a:rPr lang="en-US" i="1" dirty="0"/>
              <a:t>risks and opportunities ranked by value</a:t>
            </a:r>
            <a:endParaRPr lang="en-US" i="1" dirty="0">
              <a:solidFill>
                <a:srgbClr val="173C3A"/>
              </a:solidFill>
              <a:latin typeface="Quicksand" pitchFamily="34" charset="0"/>
              <a:ea typeface="Quicksand" pitchFamily="34" charset="-122"/>
            </a:endParaRPr>
          </a:p>
        </p:txBody>
      </p:sp>
      <p:pic>
        <p:nvPicPr>
          <p:cNvPr id="22" name="Graphic 21" descr="Arrow Right with solid fill">
            <a:extLst>
              <a:ext uri="{FF2B5EF4-FFF2-40B4-BE49-F238E27FC236}">
                <a16:creationId xmlns:a16="http://schemas.microsoft.com/office/drawing/2014/main" id="{2A9BA549-5513-6210-4C0E-9AC07A8837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2222" y="1222094"/>
            <a:ext cx="658267" cy="658267"/>
          </a:xfrm>
          <a:prstGeom prst="rect">
            <a:avLst/>
          </a:prstGeom>
        </p:spPr>
      </p:pic>
      <p:sp>
        <p:nvSpPr>
          <p:cNvPr id="41" name="TextBox 40">
            <a:extLst>
              <a:ext uri="{FF2B5EF4-FFF2-40B4-BE49-F238E27FC236}">
                <a16:creationId xmlns:a16="http://schemas.microsoft.com/office/drawing/2014/main" id="{8436DD0C-7DEC-A073-6667-08061D285800}"/>
              </a:ext>
            </a:extLst>
          </p:cNvPr>
          <p:cNvSpPr txBox="1"/>
          <p:nvPr/>
        </p:nvSpPr>
        <p:spPr>
          <a:xfrm>
            <a:off x="9202207" y="4047580"/>
            <a:ext cx="2227793" cy="923330"/>
          </a:xfrm>
          <a:prstGeom prst="rect">
            <a:avLst/>
          </a:prstGeom>
          <a:noFill/>
        </p:spPr>
        <p:txBody>
          <a:bodyPr wrap="square">
            <a:spAutoFit/>
          </a:bodyPr>
          <a:lstStyle/>
          <a:p>
            <a:r>
              <a:rPr lang="en-US" b="1" i="1" dirty="0">
                <a:solidFill>
                  <a:srgbClr val="173C3A"/>
                </a:solidFill>
                <a:latin typeface="Quicksand" pitchFamily="34" charset="0"/>
                <a:ea typeface="Quicksand" pitchFamily="34" charset="-122"/>
              </a:rPr>
              <a:t>Invest:</a:t>
            </a:r>
            <a:r>
              <a:rPr lang="en-US" i="1" dirty="0">
                <a:solidFill>
                  <a:srgbClr val="173C3A"/>
                </a:solidFill>
                <a:latin typeface="Quicksand" pitchFamily="34" charset="0"/>
                <a:ea typeface="Quicksand" pitchFamily="34" charset="-122"/>
              </a:rPr>
              <a:t> </a:t>
            </a:r>
            <a:r>
              <a:rPr lang="en-US" i="1" dirty="0"/>
              <a:t>talent decisions linked to account growth</a:t>
            </a:r>
          </a:p>
        </p:txBody>
      </p:sp>
      <p:pic>
        <p:nvPicPr>
          <p:cNvPr id="29" name="Graphic 28" descr="Line arrow: Straight with solid fill">
            <a:extLst>
              <a:ext uri="{FF2B5EF4-FFF2-40B4-BE49-F238E27FC236}">
                <a16:creationId xmlns:a16="http://schemas.microsoft.com/office/drawing/2014/main" id="{A027BDDB-007C-A6AA-4A18-E4D85A7241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66759" y="1195821"/>
            <a:ext cx="710811" cy="710811"/>
          </a:xfrm>
          <a:prstGeom prst="rect">
            <a:avLst/>
          </a:prstGeom>
        </p:spPr>
      </p:pic>
      <p:pic>
        <p:nvPicPr>
          <p:cNvPr id="8" name="Picture 7">
            <a:extLst>
              <a:ext uri="{FF2B5EF4-FFF2-40B4-BE49-F238E27FC236}">
                <a16:creationId xmlns:a16="http://schemas.microsoft.com/office/drawing/2014/main" id="{A27B5228-0F39-D286-CE1F-0EAB8D2B1924}"/>
              </a:ext>
            </a:extLst>
          </p:cNvPr>
          <p:cNvPicPr>
            <a:picLocks noChangeAspect="1"/>
          </p:cNvPicPr>
          <p:nvPr/>
        </p:nvPicPr>
        <p:blipFill>
          <a:blip r:embed="rId5"/>
          <a:stretch>
            <a:fillRect/>
          </a:stretch>
        </p:blipFill>
        <p:spPr>
          <a:xfrm>
            <a:off x="8840178" y="5971830"/>
            <a:ext cx="2106743" cy="8861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FF6"/>
        </a:solidFill>
        <a:effectLst/>
      </p:bgPr>
    </p:bg>
    <p:spTree>
      <p:nvGrpSpPr>
        <p:cNvPr id="1" name=""/>
        <p:cNvGrpSpPr/>
        <p:nvPr/>
      </p:nvGrpSpPr>
      <p:grpSpPr>
        <a:xfrm>
          <a:off x="0" y="0"/>
          <a:ext cx="0" cy="0"/>
          <a:chOff x="0" y="0"/>
          <a:chExt cx="0" cy="0"/>
        </a:xfrm>
      </p:grpSpPr>
      <p:sp>
        <p:nvSpPr>
          <p:cNvPr id="2" name="Text 0"/>
          <p:cNvSpPr/>
          <p:nvPr/>
        </p:nvSpPr>
        <p:spPr>
          <a:xfrm>
            <a:off x="2876550" y="406400"/>
            <a:ext cx="8502650" cy="23872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A78"/>
                </a:solidFill>
                <a:latin typeface="IBM Plex Mono" pitchFamily="34" charset="0"/>
                <a:ea typeface="IBM Plex Mono" pitchFamily="34" charset="-122"/>
                <a:cs typeface="IBM Plex Mono" pitchFamily="34" charset="-120"/>
              </a:rPr>
              <a:t>STRATEGIC · </a:t>
            </a:r>
            <a:r>
              <a:rPr lang="en-US" sz="1200" b="1" kern="0" spc="100" dirty="0">
                <a:solidFill>
                  <a:srgbClr val="167D7D"/>
                </a:solidFill>
                <a:latin typeface="IBM Plex Mono" pitchFamily="34" charset="0"/>
                <a:ea typeface="IBM Plex Mono" pitchFamily="34" charset="-122"/>
                <a:cs typeface="IBM Plex Mono" pitchFamily="34" charset="-120"/>
              </a:rPr>
              <a:t>PREDICTIVE AI</a:t>
            </a:r>
            <a:r>
              <a:rPr lang="en-US" sz="1200" kern="0" spc="100" dirty="0">
                <a:solidFill>
                  <a:srgbClr val="5E7A78"/>
                </a:solidFill>
                <a:latin typeface="IBM Plex Mono" pitchFamily="34" charset="0"/>
                <a:ea typeface="IBM Plex Mono" pitchFamily="34" charset="-122"/>
                <a:cs typeface="IBM Plex Mono" pitchFamily="34" charset="-120"/>
              </a:rPr>
              <a:t> · AGENT ·</a:t>
            </a:r>
            <a:endParaRPr lang="en-US" sz="1200" dirty="0"/>
          </a:p>
        </p:txBody>
      </p:sp>
      <p:sp>
        <p:nvSpPr>
          <p:cNvPr id="3" name="Text 1"/>
          <p:cNvSpPr/>
          <p:nvPr/>
        </p:nvSpPr>
        <p:spPr>
          <a:xfrm>
            <a:off x="812800" y="812800"/>
            <a:ext cx="10883392" cy="784754"/>
          </a:xfrm>
          <a:prstGeom prst="rect">
            <a:avLst/>
          </a:prstGeom>
          <a:noFill/>
          <a:ln/>
        </p:spPr>
        <p:txBody>
          <a:bodyPr wrap="square" lIns="0" tIns="0" rIns="0" bIns="0" rtlCol="0" anchor="t">
            <a:normAutofit/>
          </a:bodyPr>
          <a:lstStyle/>
          <a:p>
            <a:pPr marL="0" indent="0" algn="l">
              <a:lnSpc>
                <a:spcPts val="2990"/>
              </a:lnSpc>
              <a:buNone/>
            </a:pPr>
            <a:r>
              <a:rPr lang="en-US" sz="2600" b="1" dirty="0">
                <a:solidFill>
                  <a:srgbClr val="03514D"/>
                </a:solidFill>
                <a:latin typeface="Quicksand" pitchFamily="34" charset="0"/>
                <a:ea typeface="Quicksand" pitchFamily="34" charset="-122"/>
                <a:cs typeface="Quicksand" pitchFamily="34" charset="-120"/>
              </a:rPr>
              <a:t>Predictive AI built into KAMPASS forecasts operational and execution outcomes before they occur</a:t>
            </a:r>
            <a:endParaRPr lang="en-US" sz="2600" dirty="0"/>
          </a:p>
        </p:txBody>
      </p:sp>
      <p:sp>
        <p:nvSpPr>
          <p:cNvPr id="4" name="Shape 2"/>
          <p:cNvSpPr/>
          <p:nvPr/>
        </p:nvSpPr>
        <p:spPr>
          <a:xfrm>
            <a:off x="815975" y="1829330"/>
            <a:ext cx="4184650" cy="1236464"/>
          </a:xfrm>
          <a:prstGeom prst="roundRect">
            <a:avLst>
              <a:gd name="adj" fmla="val 5906"/>
            </a:avLst>
          </a:prstGeom>
          <a:solidFill>
            <a:srgbClr val="E2F4F2"/>
          </a:solidFill>
          <a:ln w="6350">
            <a:solidFill>
              <a:srgbClr val="BFE3DF"/>
            </a:solidFill>
            <a:prstDash val="solid"/>
          </a:ln>
        </p:spPr>
        <p:txBody>
          <a:bodyPr/>
          <a:lstStyle/>
          <a:p>
            <a:endParaRPr lang="en-US"/>
          </a:p>
        </p:txBody>
      </p:sp>
      <p:sp>
        <p:nvSpPr>
          <p:cNvPr id="5" name="Text 3"/>
          <p:cNvSpPr/>
          <p:nvPr/>
        </p:nvSpPr>
        <p:spPr>
          <a:xfrm>
            <a:off x="994833" y="1970088"/>
            <a:ext cx="3941741"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67D7D"/>
                </a:solidFill>
                <a:latin typeface="IBM Plex Mono" pitchFamily="34" charset="0"/>
                <a:ea typeface="IBM Plex Mono" pitchFamily="34" charset="-122"/>
                <a:cs typeface="IBM Plex Mono" pitchFamily="34" charset="-120"/>
              </a:rPr>
              <a:t>01 · SIGNALS IN</a:t>
            </a:r>
            <a:endParaRPr lang="en-US" sz="1200" dirty="0"/>
          </a:p>
        </p:txBody>
      </p:sp>
      <p:sp>
        <p:nvSpPr>
          <p:cNvPr id="6" name="Text 4"/>
          <p:cNvSpPr/>
          <p:nvPr/>
        </p:nvSpPr>
        <p:spPr>
          <a:xfrm>
            <a:off x="994833" y="2234208"/>
            <a:ext cx="394174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3514D"/>
                </a:solidFill>
                <a:latin typeface="Quicksand" pitchFamily="34" charset="0"/>
                <a:ea typeface="Quicksand" pitchFamily="34" charset="-122"/>
                <a:cs typeface="Quicksand" pitchFamily="34" charset="-120"/>
              </a:rPr>
              <a:t>Account and delivery data</a:t>
            </a:r>
            <a:endParaRPr lang="en-US" sz="1500" dirty="0"/>
          </a:p>
        </p:txBody>
      </p:sp>
      <p:sp>
        <p:nvSpPr>
          <p:cNvPr id="7" name="Text 5"/>
          <p:cNvSpPr/>
          <p:nvPr/>
        </p:nvSpPr>
        <p:spPr>
          <a:xfrm>
            <a:off x="994833" y="2513608"/>
            <a:ext cx="3941741"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73C3A"/>
                </a:solidFill>
                <a:latin typeface="Quicksand" pitchFamily="34" charset="0"/>
                <a:ea typeface="Quicksand" pitchFamily="34" charset="-122"/>
                <a:cs typeface="Quicksand" pitchFamily="34" charset="-120"/>
              </a:rPr>
              <a:t>Meeting notes, pipeline, revenue, timesheets, allocation and skills</a:t>
            </a:r>
            <a:endParaRPr lang="en-US" sz="1200" dirty="0"/>
          </a:p>
        </p:txBody>
      </p:sp>
      <p:sp>
        <p:nvSpPr>
          <p:cNvPr id="8" name="Shape 6"/>
          <p:cNvSpPr/>
          <p:nvPr/>
        </p:nvSpPr>
        <p:spPr>
          <a:xfrm>
            <a:off x="815975" y="3215878"/>
            <a:ext cx="4184650" cy="1236464"/>
          </a:xfrm>
          <a:prstGeom prst="roundRect">
            <a:avLst>
              <a:gd name="adj" fmla="val 5906"/>
            </a:avLst>
          </a:prstGeom>
          <a:solidFill>
            <a:srgbClr val="F4F3C4"/>
          </a:solidFill>
          <a:ln w="6350">
            <a:solidFill>
              <a:srgbClr val="D4DB27"/>
            </a:solidFill>
            <a:prstDash val="solid"/>
          </a:ln>
        </p:spPr>
        <p:txBody>
          <a:bodyPr/>
          <a:lstStyle/>
          <a:p>
            <a:endParaRPr lang="en-US"/>
          </a:p>
        </p:txBody>
      </p:sp>
      <p:sp>
        <p:nvSpPr>
          <p:cNvPr id="9" name="Text 7"/>
          <p:cNvSpPr/>
          <p:nvPr/>
        </p:nvSpPr>
        <p:spPr>
          <a:xfrm>
            <a:off x="994833" y="3356637"/>
            <a:ext cx="3941741"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66000"/>
                </a:solidFill>
                <a:latin typeface="IBM Plex Mono" pitchFamily="34" charset="0"/>
                <a:ea typeface="IBM Plex Mono" pitchFamily="34" charset="-122"/>
                <a:cs typeface="IBM Plex Mono" pitchFamily="34" charset="-120"/>
              </a:rPr>
              <a:t>02 · PREDICTIVE ENGINE</a:t>
            </a:r>
            <a:endParaRPr lang="en-US" sz="1200" dirty="0"/>
          </a:p>
        </p:txBody>
      </p:sp>
      <p:sp>
        <p:nvSpPr>
          <p:cNvPr id="10" name="Text 8"/>
          <p:cNvSpPr/>
          <p:nvPr/>
        </p:nvSpPr>
        <p:spPr>
          <a:xfrm>
            <a:off x="994833" y="3620757"/>
            <a:ext cx="394174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3514D"/>
                </a:solidFill>
                <a:latin typeface="Quicksand" pitchFamily="34" charset="0"/>
                <a:ea typeface="Quicksand" pitchFamily="34" charset="-122"/>
                <a:cs typeface="Quicksand" pitchFamily="34" charset="-120"/>
              </a:rPr>
              <a:t>What KAMPASS forecasts</a:t>
            </a:r>
            <a:endParaRPr lang="en-US" sz="1500" dirty="0"/>
          </a:p>
        </p:txBody>
      </p:sp>
      <p:sp>
        <p:nvSpPr>
          <p:cNvPr id="11" name="Text 9"/>
          <p:cNvSpPr/>
          <p:nvPr/>
        </p:nvSpPr>
        <p:spPr>
          <a:xfrm>
            <a:off x="994833" y="3900157"/>
            <a:ext cx="3941741"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73C3A"/>
                </a:solidFill>
                <a:latin typeface="Quicksand" pitchFamily="34" charset="0"/>
                <a:ea typeface="Quicksand" pitchFamily="34" charset="-122"/>
                <a:cs typeface="Quicksand" pitchFamily="34" charset="-120"/>
              </a:rPr>
              <a:t>Execution risk, growth trajectory, utilization and skill gaps</a:t>
            </a:r>
            <a:endParaRPr lang="en-US" sz="1200" dirty="0"/>
          </a:p>
        </p:txBody>
      </p:sp>
      <p:sp>
        <p:nvSpPr>
          <p:cNvPr id="12" name="Shape 10"/>
          <p:cNvSpPr/>
          <p:nvPr/>
        </p:nvSpPr>
        <p:spPr>
          <a:xfrm>
            <a:off x="815975" y="4602361"/>
            <a:ext cx="4184650" cy="1236464"/>
          </a:xfrm>
          <a:prstGeom prst="roundRect">
            <a:avLst>
              <a:gd name="adj" fmla="val 5906"/>
            </a:avLst>
          </a:prstGeom>
          <a:solidFill>
            <a:srgbClr val="FFFFFF"/>
          </a:solidFill>
          <a:ln w="6350">
            <a:solidFill>
              <a:srgbClr val="D3E3DF"/>
            </a:solidFill>
            <a:prstDash val="solid"/>
          </a:ln>
        </p:spPr>
        <p:txBody>
          <a:bodyPr/>
          <a:lstStyle/>
          <a:p>
            <a:endParaRPr lang="en-US"/>
          </a:p>
        </p:txBody>
      </p:sp>
      <p:sp>
        <p:nvSpPr>
          <p:cNvPr id="13" name="Text 11"/>
          <p:cNvSpPr/>
          <p:nvPr/>
        </p:nvSpPr>
        <p:spPr>
          <a:xfrm>
            <a:off x="994833" y="4743120"/>
            <a:ext cx="3941741"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67D7D"/>
                </a:solidFill>
                <a:latin typeface="IBM Plex Mono" pitchFamily="34" charset="0"/>
                <a:ea typeface="IBM Plex Mono" pitchFamily="34" charset="-122"/>
                <a:cs typeface="IBM Plex Mono" pitchFamily="34" charset="-120"/>
              </a:rPr>
              <a:t>03 · INSIGHTS OUT</a:t>
            </a:r>
            <a:endParaRPr lang="en-US" sz="1200" dirty="0"/>
          </a:p>
        </p:txBody>
      </p:sp>
      <p:sp>
        <p:nvSpPr>
          <p:cNvPr id="14" name="Text 12"/>
          <p:cNvSpPr/>
          <p:nvPr/>
        </p:nvSpPr>
        <p:spPr>
          <a:xfrm>
            <a:off x="994833" y="5007240"/>
            <a:ext cx="394174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3514D"/>
                </a:solidFill>
                <a:latin typeface="Quicksand" pitchFamily="34" charset="0"/>
                <a:ea typeface="Quicksand" pitchFamily="34" charset="-122"/>
                <a:cs typeface="Quicksand" pitchFamily="34" charset="-120"/>
              </a:rPr>
              <a:t>Delivered to the leader</a:t>
            </a:r>
            <a:endParaRPr lang="en-US" sz="1500" dirty="0"/>
          </a:p>
        </p:txBody>
      </p:sp>
      <p:sp>
        <p:nvSpPr>
          <p:cNvPr id="15" name="Text 13"/>
          <p:cNvSpPr/>
          <p:nvPr/>
        </p:nvSpPr>
        <p:spPr>
          <a:xfrm>
            <a:off x="994833" y="5286640"/>
            <a:ext cx="3941741"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73C3A"/>
                </a:solidFill>
                <a:latin typeface="Quicksand" pitchFamily="34" charset="0"/>
                <a:ea typeface="Quicksand" pitchFamily="34" charset="-122"/>
                <a:cs typeface="Quicksand" pitchFamily="34" charset="-120"/>
              </a:rPr>
              <a:t>Signals, early warnings and proposed actions with owner and date</a:t>
            </a:r>
            <a:endParaRPr lang="en-US" sz="1200" dirty="0"/>
          </a:p>
        </p:txBody>
      </p:sp>
      <p:sp>
        <p:nvSpPr>
          <p:cNvPr id="16" name="Shape 14"/>
          <p:cNvSpPr/>
          <p:nvPr/>
        </p:nvSpPr>
        <p:spPr>
          <a:xfrm>
            <a:off x="5257800" y="1826155"/>
            <a:ext cx="6121400" cy="3251200"/>
          </a:xfrm>
          <a:prstGeom prst="roundRect">
            <a:avLst>
              <a:gd name="adj" fmla="val 2344"/>
            </a:avLst>
          </a:prstGeom>
          <a:solidFill>
            <a:srgbClr val="0E2422"/>
          </a:solidFill>
          <a:ln/>
        </p:spPr>
        <p:txBody>
          <a:bodyPr/>
          <a:lstStyle/>
          <a:p>
            <a:endParaRPr lang="en-US"/>
          </a:p>
        </p:txBody>
      </p:sp>
      <p:pic>
        <p:nvPicPr>
          <p:cNvPr id="17" name="Image 0" descr="KAMPASS Voice of Customer turning CEO meeting notes into signals and proposed actions"/>
          <p:cNvPicPr>
            <a:picLocks noChangeAspect="1"/>
          </p:cNvPicPr>
          <p:nvPr/>
        </p:nvPicPr>
        <p:blipFill>
          <a:blip r:embed="rId3"/>
          <a:srcRect l="-64" r="-64"/>
          <a:stretch/>
        </p:blipFill>
        <p:spPr>
          <a:xfrm>
            <a:off x="5264150" y="1832505"/>
            <a:ext cx="6108700" cy="3238500"/>
          </a:xfrm>
          <a:prstGeom prst="roundRect">
            <a:avLst>
              <a:gd name="adj" fmla="val 2157"/>
            </a:avLst>
          </a:prstGeom>
        </p:spPr>
      </p:pic>
      <p:sp>
        <p:nvSpPr>
          <p:cNvPr id="18" name="Shape 15"/>
          <p:cNvSpPr/>
          <p:nvPr/>
        </p:nvSpPr>
        <p:spPr>
          <a:xfrm>
            <a:off x="5260975" y="1829330"/>
            <a:ext cx="6115050" cy="3244850"/>
          </a:xfrm>
          <a:prstGeom prst="roundRect">
            <a:avLst>
              <a:gd name="adj" fmla="val 2250"/>
            </a:avLst>
          </a:prstGeom>
          <a:noFill/>
          <a:ln w="6350">
            <a:solidFill>
              <a:srgbClr val="D3E3DF"/>
            </a:solidFill>
            <a:prstDash val="solid"/>
          </a:ln>
        </p:spPr>
        <p:txBody>
          <a:bodyPr/>
          <a:lstStyle/>
          <a:p>
            <a:endParaRPr lang="en-US"/>
          </a:p>
        </p:txBody>
      </p:sp>
      <p:sp>
        <p:nvSpPr>
          <p:cNvPr id="19" name="Text 16"/>
          <p:cNvSpPr/>
          <p:nvPr/>
        </p:nvSpPr>
        <p:spPr>
          <a:xfrm>
            <a:off x="5257800" y="5178955"/>
            <a:ext cx="6305042" cy="43682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3514D"/>
                </a:solidFill>
                <a:latin typeface="Quicksand" pitchFamily="34" charset="0"/>
                <a:ea typeface="Quicksand" pitchFamily="34" charset="-122"/>
                <a:cs typeface="Quicksand" pitchFamily="34" charset="-120"/>
              </a:rPr>
              <a:t>From one meeting note:</a:t>
            </a:r>
            <a:r>
              <a:rPr lang="en-US" sz="1200" dirty="0">
                <a:solidFill>
                  <a:srgbClr val="46696C"/>
                </a:solidFill>
                <a:latin typeface="Quicksand" pitchFamily="34" charset="0"/>
                <a:ea typeface="Quicksand" pitchFamily="34" charset="-122"/>
                <a:cs typeface="Quicksand" pitchFamily="34" charset="-120"/>
              </a:rPr>
              <a:t> budget, pain point and buying signal extracted, and two actions proposed with owner and date</a:t>
            </a:r>
            <a:endParaRPr lang="en-US" sz="1200" dirty="0"/>
          </a:p>
        </p:txBody>
      </p:sp>
      <p:sp>
        <p:nvSpPr>
          <p:cNvPr id="20" name="Text 17"/>
          <p:cNvSpPr/>
          <p:nvPr/>
        </p:nvSpPr>
        <p:spPr>
          <a:xfrm>
            <a:off x="812800" y="6238280"/>
            <a:ext cx="48975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7A78"/>
                </a:solidFill>
                <a:latin typeface="IBM Plex Mono" pitchFamily="34" charset="0"/>
                <a:ea typeface="IBM Plex Mono" pitchFamily="34" charset="-122"/>
                <a:cs typeface="IBM Plex Mono" pitchFamily="34" charset="-120"/>
              </a:rPr>
              <a:t>AI shown in lime · Screen: KAMPASS Voice of Customer</a:t>
            </a:r>
            <a:endParaRPr lang="en-US" sz="1200" dirty="0"/>
          </a:p>
        </p:txBody>
      </p:sp>
      <p:sp>
        <p:nvSpPr>
          <p:cNvPr id="21" name="Text 18"/>
          <p:cNvSpPr/>
          <p:nvPr/>
        </p:nvSpPr>
        <p:spPr>
          <a:xfrm>
            <a:off x="11196307" y="6238280"/>
            <a:ext cx="233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7A78"/>
                </a:solidFill>
                <a:latin typeface="IBM Plex Mono" pitchFamily="34" charset="0"/>
                <a:ea typeface="IBM Plex Mono" pitchFamily="34" charset="-122"/>
                <a:cs typeface="IBM Plex Mono"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FF6"/>
        </a:solidFill>
        <a:effectLst/>
      </p:bgPr>
    </p:bg>
    <p:spTree>
      <p:nvGrpSpPr>
        <p:cNvPr id="1" name=""/>
        <p:cNvGrpSpPr/>
        <p:nvPr/>
      </p:nvGrpSpPr>
      <p:grpSpPr>
        <a:xfrm>
          <a:off x="0" y="0"/>
          <a:ext cx="0" cy="0"/>
          <a:chOff x="0" y="0"/>
          <a:chExt cx="0" cy="0"/>
        </a:xfrm>
      </p:grpSpPr>
      <p:sp>
        <p:nvSpPr>
          <p:cNvPr id="2" name="Text 0"/>
          <p:cNvSpPr/>
          <p:nvPr/>
        </p:nvSpPr>
        <p:spPr>
          <a:xfrm>
            <a:off x="2876550" y="406400"/>
            <a:ext cx="8502650" cy="23872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A78"/>
                </a:solidFill>
                <a:latin typeface="IBM Plex Mono" pitchFamily="34" charset="0"/>
                <a:ea typeface="IBM Plex Mono" pitchFamily="34" charset="-122"/>
                <a:cs typeface="IBM Plex Mono" pitchFamily="34" charset="-120"/>
              </a:rPr>
              <a:t>STRATEGIC · PREDICTIVE AI · </a:t>
            </a:r>
            <a:r>
              <a:rPr lang="en-US" sz="1200" b="1" kern="0" spc="100" dirty="0">
                <a:solidFill>
                  <a:srgbClr val="167D7D"/>
                </a:solidFill>
                <a:latin typeface="IBM Plex Mono" pitchFamily="34" charset="0"/>
                <a:ea typeface="IBM Plex Mono" pitchFamily="34" charset="-122"/>
                <a:cs typeface="IBM Plex Mono" pitchFamily="34" charset="-120"/>
              </a:rPr>
              <a:t>AGENT</a:t>
            </a:r>
            <a:r>
              <a:rPr lang="en-US" sz="1200" kern="0" spc="100" dirty="0">
                <a:solidFill>
                  <a:srgbClr val="5E7A78"/>
                </a:solidFill>
                <a:latin typeface="IBM Plex Mono" pitchFamily="34" charset="0"/>
                <a:ea typeface="IBM Plex Mono" pitchFamily="34" charset="-122"/>
                <a:cs typeface="IBM Plex Mono" pitchFamily="34" charset="-120"/>
              </a:rPr>
              <a:t> ·</a:t>
            </a:r>
            <a:endParaRPr lang="en-US" sz="1200" dirty="0"/>
          </a:p>
        </p:txBody>
      </p:sp>
      <p:sp>
        <p:nvSpPr>
          <p:cNvPr id="3" name="Text 1"/>
          <p:cNvSpPr/>
          <p:nvPr/>
        </p:nvSpPr>
        <p:spPr>
          <a:xfrm>
            <a:off x="812800" y="812800"/>
            <a:ext cx="10883392" cy="784754"/>
          </a:xfrm>
          <a:prstGeom prst="rect">
            <a:avLst/>
          </a:prstGeom>
          <a:noFill/>
          <a:ln/>
        </p:spPr>
        <p:txBody>
          <a:bodyPr wrap="square" lIns="0" tIns="0" rIns="0" bIns="0" rtlCol="0" anchor="t">
            <a:normAutofit/>
          </a:bodyPr>
          <a:lstStyle/>
          <a:p>
            <a:pPr marL="0" indent="0" algn="l">
              <a:lnSpc>
                <a:spcPts val="2990"/>
              </a:lnSpc>
              <a:buNone/>
            </a:pPr>
            <a:r>
              <a:rPr lang="en-US" sz="2600" dirty="0">
                <a:solidFill>
                  <a:srgbClr val="03514D"/>
                </a:solidFill>
                <a:latin typeface="Quicksand" pitchFamily="34" charset="0"/>
                <a:ea typeface="Quicksand" pitchFamily="34" charset="-122"/>
                <a:cs typeface="Quicksand" pitchFamily="34" charset="-120"/>
              </a:rPr>
              <a:t>The </a:t>
            </a:r>
            <a:r>
              <a:rPr lang="en-US" sz="2600" b="1" dirty="0">
                <a:solidFill>
                  <a:srgbClr val="03514D"/>
                </a:solidFill>
                <a:latin typeface="Quicksand" pitchFamily="34" charset="0"/>
                <a:ea typeface="Quicksand" pitchFamily="34" charset="-122"/>
                <a:cs typeface="Quicksand" pitchFamily="34" charset="-120"/>
              </a:rPr>
              <a:t>6 KAMPASS </a:t>
            </a:r>
            <a:r>
              <a:rPr lang="en-US" sz="2600" dirty="0">
                <a:solidFill>
                  <a:srgbClr val="03514D"/>
                </a:solidFill>
                <a:latin typeface="Quicksand" pitchFamily="34" charset="0"/>
                <a:ea typeface="Quicksand" pitchFamily="34" charset="-122"/>
                <a:cs typeface="Quicksand" pitchFamily="34" charset="-120"/>
              </a:rPr>
              <a:t>agents reads the account, decides the next play and briefs the captain</a:t>
            </a:r>
            <a:endParaRPr lang="en-US" sz="2600" dirty="0"/>
          </a:p>
        </p:txBody>
      </p:sp>
      <p:sp>
        <p:nvSpPr>
          <p:cNvPr id="4" name="Shape 2"/>
          <p:cNvSpPr/>
          <p:nvPr/>
        </p:nvSpPr>
        <p:spPr>
          <a:xfrm>
            <a:off x="815975" y="1778530"/>
            <a:ext cx="3109383" cy="3358158"/>
          </a:xfrm>
          <a:prstGeom prst="roundRect">
            <a:avLst>
              <a:gd name="adj" fmla="val 3165"/>
            </a:avLst>
          </a:prstGeom>
          <a:solidFill>
            <a:srgbClr val="EEF6F4"/>
          </a:solidFill>
          <a:ln w="6350">
            <a:solidFill>
              <a:srgbClr val="D3E3DF"/>
            </a:solidFill>
            <a:prstDash val="solid"/>
          </a:ln>
        </p:spPr>
        <p:txBody>
          <a:bodyPr/>
          <a:lstStyle/>
          <a:p>
            <a:endParaRPr lang="en-US"/>
          </a:p>
        </p:txBody>
      </p:sp>
      <p:sp>
        <p:nvSpPr>
          <p:cNvPr id="5" name="Text 3"/>
          <p:cNvSpPr/>
          <p:nvPr/>
        </p:nvSpPr>
        <p:spPr>
          <a:xfrm>
            <a:off x="969433" y="1931988"/>
            <a:ext cx="2886541"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67D7D"/>
                </a:solidFill>
                <a:latin typeface="IBM Plex Mono" pitchFamily="34" charset="0"/>
                <a:ea typeface="IBM Plex Mono" pitchFamily="34" charset="-122"/>
                <a:cs typeface="IBM Plex Mono" pitchFamily="34" charset="-120"/>
              </a:rPr>
              <a:t>1 · READS</a:t>
            </a:r>
            <a:endParaRPr lang="en-US" sz="1200" dirty="0"/>
          </a:p>
        </p:txBody>
      </p:sp>
      <p:sp>
        <p:nvSpPr>
          <p:cNvPr id="6" name="Shape 4"/>
          <p:cNvSpPr/>
          <p:nvPr/>
        </p:nvSpPr>
        <p:spPr>
          <a:xfrm>
            <a:off x="972608" y="2224683"/>
            <a:ext cx="2796117" cy="626930"/>
          </a:xfrm>
          <a:prstGeom prst="roundRect">
            <a:avLst>
              <a:gd name="adj" fmla="val 11648"/>
            </a:avLst>
          </a:prstGeom>
          <a:solidFill>
            <a:srgbClr val="FFFFFF"/>
          </a:solidFill>
          <a:ln w="6350">
            <a:solidFill>
              <a:srgbClr val="D3E3DF"/>
            </a:solidFill>
            <a:prstDash val="solid"/>
          </a:ln>
        </p:spPr>
        <p:txBody>
          <a:bodyPr/>
          <a:lstStyle/>
          <a:p>
            <a:endParaRPr lang="en-US"/>
          </a:p>
        </p:txBody>
      </p:sp>
      <p:sp>
        <p:nvSpPr>
          <p:cNvPr id="7" name="Text 5"/>
          <p:cNvSpPr/>
          <p:nvPr/>
        </p:nvSpPr>
        <p:spPr>
          <a:xfrm>
            <a:off x="1113367" y="2327342"/>
            <a:ext cx="2590038"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3514D"/>
                </a:solidFill>
                <a:latin typeface="Quicksand" pitchFamily="34" charset="0"/>
                <a:ea typeface="Quicksand" pitchFamily="34" charset="-122"/>
                <a:cs typeface="Quicksand" pitchFamily="34" charset="-120"/>
              </a:rPr>
              <a:t>Opportunities</a:t>
            </a:r>
            <a:endParaRPr lang="en-US" sz="1300" dirty="0"/>
          </a:p>
        </p:txBody>
      </p:sp>
      <p:sp>
        <p:nvSpPr>
          <p:cNvPr id="8" name="Text 6"/>
          <p:cNvSpPr/>
          <p:nvPr/>
        </p:nvSpPr>
        <p:spPr>
          <a:xfrm>
            <a:off x="1113367" y="2550849"/>
            <a:ext cx="2590038"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6696C"/>
                </a:solidFill>
                <a:latin typeface="Quicksand" pitchFamily="34" charset="0"/>
                <a:ea typeface="Quicksand" pitchFamily="34" charset="-122"/>
                <a:cs typeface="Quicksand" pitchFamily="34" charset="-120"/>
              </a:rPr>
              <a:t>value, stage, effort</a:t>
            </a:r>
            <a:endParaRPr lang="en-US" sz="1200" dirty="0"/>
          </a:p>
        </p:txBody>
      </p:sp>
      <p:sp>
        <p:nvSpPr>
          <p:cNvPr id="9" name="Shape 7"/>
          <p:cNvSpPr/>
          <p:nvPr/>
        </p:nvSpPr>
        <p:spPr>
          <a:xfrm>
            <a:off x="972608" y="2934164"/>
            <a:ext cx="2796117" cy="626930"/>
          </a:xfrm>
          <a:prstGeom prst="roundRect">
            <a:avLst>
              <a:gd name="adj" fmla="val 11648"/>
            </a:avLst>
          </a:prstGeom>
          <a:solidFill>
            <a:srgbClr val="FFFFFF"/>
          </a:solidFill>
          <a:ln w="6350">
            <a:solidFill>
              <a:srgbClr val="D3E3DF"/>
            </a:solidFill>
            <a:prstDash val="solid"/>
          </a:ln>
        </p:spPr>
        <p:txBody>
          <a:bodyPr/>
          <a:lstStyle/>
          <a:p>
            <a:endParaRPr lang="en-US"/>
          </a:p>
        </p:txBody>
      </p:sp>
      <p:sp>
        <p:nvSpPr>
          <p:cNvPr id="10" name="Text 8"/>
          <p:cNvSpPr/>
          <p:nvPr/>
        </p:nvSpPr>
        <p:spPr>
          <a:xfrm>
            <a:off x="1113367" y="3036822"/>
            <a:ext cx="2590038"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3514D"/>
                </a:solidFill>
                <a:latin typeface="Quicksand" pitchFamily="34" charset="0"/>
                <a:ea typeface="Quicksand" pitchFamily="34" charset="-122"/>
                <a:cs typeface="Quicksand" pitchFamily="34" charset="-120"/>
              </a:rPr>
              <a:t>Offerings</a:t>
            </a:r>
            <a:endParaRPr lang="en-US" sz="1300" dirty="0"/>
          </a:p>
        </p:txBody>
      </p:sp>
      <p:sp>
        <p:nvSpPr>
          <p:cNvPr id="11" name="Text 9"/>
          <p:cNvSpPr/>
          <p:nvPr/>
        </p:nvSpPr>
        <p:spPr>
          <a:xfrm>
            <a:off x="1113367" y="3260328"/>
            <a:ext cx="2590038"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6696C"/>
                </a:solidFill>
                <a:latin typeface="Quicksand" pitchFamily="34" charset="0"/>
                <a:ea typeface="Quicksand" pitchFamily="34" charset="-122"/>
                <a:cs typeface="Quicksand" pitchFamily="34" charset="-120"/>
              </a:rPr>
              <a:t>what follows what</a:t>
            </a:r>
            <a:endParaRPr lang="en-US" sz="1200" dirty="0"/>
          </a:p>
        </p:txBody>
      </p:sp>
      <p:sp>
        <p:nvSpPr>
          <p:cNvPr id="12" name="Shape 10"/>
          <p:cNvSpPr/>
          <p:nvPr/>
        </p:nvSpPr>
        <p:spPr>
          <a:xfrm>
            <a:off x="972608" y="3643644"/>
            <a:ext cx="2796117" cy="626930"/>
          </a:xfrm>
          <a:prstGeom prst="roundRect">
            <a:avLst>
              <a:gd name="adj" fmla="val 11648"/>
            </a:avLst>
          </a:prstGeom>
          <a:solidFill>
            <a:srgbClr val="FFFFFF"/>
          </a:solidFill>
          <a:ln w="6350">
            <a:solidFill>
              <a:srgbClr val="D3E3DF"/>
            </a:solidFill>
            <a:prstDash val="solid"/>
          </a:ln>
        </p:spPr>
        <p:txBody>
          <a:bodyPr/>
          <a:lstStyle/>
          <a:p>
            <a:endParaRPr lang="en-US"/>
          </a:p>
        </p:txBody>
      </p:sp>
      <p:sp>
        <p:nvSpPr>
          <p:cNvPr id="13" name="Text 11"/>
          <p:cNvSpPr/>
          <p:nvPr/>
        </p:nvSpPr>
        <p:spPr>
          <a:xfrm>
            <a:off x="1113367" y="3746302"/>
            <a:ext cx="2590038"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3514D"/>
                </a:solidFill>
                <a:latin typeface="Quicksand" pitchFamily="34" charset="0"/>
                <a:ea typeface="Quicksand" pitchFamily="34" charset="-122"/>
                <a:cs typeface="Quicksand" pitchFamily="34" charset="-120"/>
              </a:rPr>
              <a:t>Stakeholders</a:t>
            </a:r>
            <a:endParaRPr lang="en-US" sz="1300" dirty="0"/>
          </a:p>
        </p:txBody>
      </p:sp>
      <p:sp>
        <p:nvSpPr>
          <p:cNvPr id="14" name="Text 12"/>
          <p:cNvSpPr/>
          <p:nvPr/>
        </p:nvSpPr>
        <p:spPr>
          <a:xfrm>
            <a:off x="1113367" y="3969809"/>
            <a:ext cx="2590038"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6696C"/>
                </a:solidFill>
                <a:latin typeface="Quicksand" pitchFamily="34" charset="0"/>
                <a:ea typeface="Quicksand" pitchFamily="34" charset="-122"/>
                <a:cs typeface="Quicksand" pitchFamily="34" charset="-120"/>
              </a:rPr>
              <a:t>roles, perception</a:t>
            </a:r>
            <a:endParaRPr lang="en-US" sz="1200" dirty="0"/>
          </a:p>
        </p:txBody>
      </p:sp>
      <p:sp>
        <p:nvSpPr>
          <p:cNvPr id="15" name="Shape 13"/>
          <p:cNvSpPr/>
          <p:nvPr/>
        </p:nvSpPr>
        <p:spPr>
          <a:xfrm>
            <a:off x="972608" y="4353123"/>
            <a:ext cx="2796117" cy="626930"/>
          </a:xfrm>
          <a:prstGeom prst="roundRect">
            <a:avLst>
              <a:gd name="adj" fmla="val 11648"/>
            </a:avLst>
          </a:prstGeom>
          <a:solidFill>
            <a:srgbClr val="FFFFFF"/>
          </a:solidFill>
          <a:ln w="6350">
            <a:solidFill>
              <a:srgbClr val="D3E3DF"/>
            </a:solidFill>
            <a:prstDash val="solid"/>
          </a:ln>
        </p:spPr>
        <p:txBody>
          <a:bodyPr/>
          <a:lstStyle/>
          <a:p>
            <a:endParaRPr lang="en-US"/>
          </a:p>
        </p:txBody>
      </p:sp>
      <p:sp>
        <p:nvSpPr>
          <p:cNvPr id="16" name="Text 14"/>
          <p:cNvSpPr/>
          <p:nvPr/>
        </p:nvSpPr>
        <p:spPr>
          <a:xfrm>
            <a:off x="1113367" y="4455782"/>
            <a:ext cx="2590038"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3514D"/>
                </a:solidFill>
                <a:latin typeface="Quicksand" pitchFamily="34" charset="0"/>
                <a:ea typeface="Quicksand" pitchFamily="34" charset="-122"/>
                <a:cs typeface="Quicksand" pitchFamily="34" charset="-120"/>
              </a:rPr>
              <a:t>Outcomes</a:t>
            </a:r>
            <a:endParaRPr lang="en-US" sz="1300" dirty="0"/>
          </a:p>
        </p:txBody>
      </p:sp>
      <p:sp>
        <p:nvSpPr>
          <p:cNvPr id="17" name="Text 15"/>
          <p:cNvSpPr/>
          <p:nvPr/>
        </p:nvSpPr>
        <p:spPr>
          <a:xfrm>
            <a:off x="1113367" y="4679290"/>
            <a:ext cx="2590038"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6696C"/>
                </a:solidFill>
                <a:latin typeface="Quicksand" pitchFamily="34" charset="0"/>
                <a:ea typeface="Quicksand" pitchFamily="34" charset="-122"/>
                <a:cs typeface="Quicksand" pitchFamily="34" charset="-120"/>
              </a:rPr>
              <a:t>won, lost, context</a:t>
            </a:r>
            <a:endParaRPr lang="en-US" sz="1200" dirty="0"/>
          </a:p>
        </p:txBody>
      </p:sp>
      <p:pic>
        <p:nvPicPr>
          <p:cNvPr id="18" name="Image 0" descr="arrow-right"/>
          <p:cNvPicPr>
            <a:picLocks noChangeAspect="1"/>
          </p:cNvPicPr>
          <p:nvPr/>
        </p:nvPicPr>
        <p:blipFill>
          <a:blip r:embed="rId3"/>
          <a:srcRect/>
          <a:stretch/>
        </p:blipFill>
        <p:spPr>
          <a:xfrm>
            <a:off x="4055533" y="3368675"/>
            <a:ext cx="355600" cy="177800"/>
          </a:xfrm>
          <a:prstGeom prst="rect">
            <a:avLst/>
          </a:prstGeom>
        </p:spPr>
      </p:pic>
      <p:sp>
        <p:nvSpPr>
          <p:cNvPr id="19" name="Shape 16"/>
          <p:cNvSpPr/>
          <p:nvPr/>
        </p:nvSpPr>
        <p:spPr>
          <a:xfrm>
            <a:off x="4541308" y="1778530"/>
            <a:ext cx="3109383" cy="3358158"/>
          </a:xfrm>
          <a:prstGeom prst="roundRect">
            <a:avLst>
              <a:gd name="adj" fmla="val 3165"/>
            </a:avLst>
          </a:prstGeom>
          <a:solidFill>
            <a:srgbClr val="EEF6F4"/>
          </a:solidFill>
          <a:ln w="6350">
            <a:solidFill>
              <a:srgbClr val="D3E3DF"/>
            </a:solidFill>
            <a:prstDash val="solid"/>
          </a:ln>
        </p:spPr>
        <p:txBody>
          <a:bodyPr/>
          <a:lstStyle/>
          <a:p>
            <a:endParaRPr lang="en-US"/>
          </a:p>
        </p:txBody>
      </p:sp>
      <p:sp>
        <p:nvSpPr>
          <p:cNvPr id="20" name="Text 17"/>
          <p:cNvSpPr/>
          <p:nvPr/>
        </p:nvSpPr>
        <p:spPr>
          <a:xfrm>
            <a:off x="4694767" y="1931988"/>
            <a:ext cx="2886541"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67D7D"/>
                </a:solidFill>
                <a:latin typeface="IBM Plex Mono" pitchFamily="34" charset="0"/>
                <a:ea typeface="IBM Plex Mono" pitchFamily="34" charset="-122"/>
                <a:cs typeface="IBM Plex Mono" pitchFamily="34" charset="-120"/>
              </a:rPr>
              <a:t>2 · DECIDES</a:t>
            </a:r>
            <a:endParaRPr lang="en-US" sz="1200" dirty="0"/>
          </a:p>
        </p:txBody>
      </p:sp>
      <p:sp>
        <p:nvSpPr>
          <p:cNvPr id="21" name="Shape 18"/>
          <p:cNvSpPr/>
          <p:nvPr/>
        </p:nvSpPr>
        <p:spPr>
          <a:xfrm>
            <a:off x="4697942" y="2224683"/>
            <a:ext cx="2796117" cy="825037"/>
          </a:xfrm>
          <a:prstGeom prst="roundRect">
            <a:avLst>
              <a:gd name="adj" fmla="val 8851"/>
            </a:avLst>
          </a:prstGeom>
          <a:solidFill>
            <a:srgbClr val="FFFFFF"/>
          </a:solidFill>
          <a:ln w="6350">
            <a:solidFill>
              <a:srgbClr val="D3E3DF"/>
            </a:solidFill>
            <a:prstDash val="solid"/>
          </a:ln>
        </p:spPr>
        <p:txBody>
          <a:bodyPr/>
          <a:lstStyle/>
          <a:p>
            <a:endParaRPr lang="en-US"/>
          </a:p>
        </p:txBody>
      </p:sp>
      <p:sp>
        <p:nvSpPr>
          <p:cNvPr id="22" name="Text 19"/>
          <p:cNvSpPr/>
          <p:nvPr/>
        </p:nvSpPr>
        <p:spPr>
          <a:xfrm>
            <a:off x="4838700" y="2327342"/>
            <a:ext cx="2590038"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3514D"/>
                </a:solidFill>
                <a:latin typeface="Quicksand" pitchFamily="34" charset="0"/>
                <a:ea typeface="Quicksand" pitchFamily="34" charset="-122"/>
                <a:cs typeface="Quicksand" pitchFamily="34" charset="-120"/>
              </a:rPr>
              <a:t>Feature builder</a:t>
            </a:r>
            <a:endParaRPr lang="en-US" sz="1300" dirty="0"/>
          </a:p>
        </p:txBody>
      </p:sp>
      <p:sp>
        <p:nvSpPr>
          <p:cNvPr id="23" name="Text 20"/>
          <p:cNvSpPr/>
          <p:nvPr/>
        </p:nvSpPr>
        <p:spPr>
          <a:xfrm>
            <a:off x="4838700" y="2550849"/>
            <a:ext cx="2590038"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6696C"/>
                </a:solidFill>
                <a:latin typeface="Quicksand" pitchFamily="34" charset="0"/>
                <a:ea typeface="Quicksand" pitchFamily="34" charset="-122"/>
                <a:cs typeface="Quicksand" pitchFamily="34" charset="-120"/>
              </a:rPr>
              <a:t>Rebuilds account state at each stage</a:t>
            </a:r>
            <a:endParaRPr lang="en-US" sz="1200" dirty="0"/>
          </a:p>
        </p:txBody>
      </p:sp>
      <p:sp>
        <p:nvSpPr>
          <p:cNvPr id="24" name="Shape 21"/>
          <p:cNvSpPr/>
          <p:nvPr/>
        </p:nvSpPr>
        <p:spPr>
          <a:xfrm>
            <a:off x="4701117" y="3146492"/>
            <a:ext cx="2789767" cy="1109861"/>
          </a:xfrm>
          <a:prstGeom prst="roundRect">
            <a:avLst>
              <a:gd name="adj" fmla="val 6294"/>
            </a:avLst>
          </a:prstGeom>
          <a:solidFill>
            <a:srgbClr val="F4F3C4"/>
          </a:solidFill>
          <a:ln w="12700">
            <a:solidFill>
              <a:srgbClr val="D4DB27"/>
            </a:solidFill>
            <a:prstDash val="solid"/>
          </a:ln>
        </p:spPr>
        <p:txBody>
          <a:bodyPr/>
          <a:lstStyle/>
          <a:p>
            <a:endParaRPr lang="en-US"/>
          </a:p>
        </p:txBody>
      </p:sp>
      <p:sp>
        <p:nvSpPr>
          <p:cNvPr id="25" name="Text 22"/>
          <p:cNvSpPr/>
          <p:nvPr/>
        </p:nvSpPr>
        <p:spPr>
          <a:xfrm>
            <a:off x="4847167" y="3274749"/>
            <a:ext cx="998670"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3514D"/>
                </a:solidFill>
                <a:latin typeface="Quicksand" pitchFamily="34" charset="0"/>
                <a:ea typeface="Quicksand" pitchFamily="34" charset="-122"/>
                <a:cs typeface="Quicksand" pitchFamily="34" charset="-120"/>
              </a:rPr>
              <a:t>Five models</a:t>
            </a:r>
            <a:endParaRPr lang="en-US" sz="1300" dirty="0"/>
          </a:p>
        </p:txBody>
      </p:sp>
      <p:sp>
        <p:nvSpPr>
          <p:cNvPr id="26" name="Text 23"/>
          <p:cNvSpPr/>
          <p:nvPr/>
        </p:nvSpPr>
        <p:spPr>
          <a:xfrm>
            <a:off x="7136540" y="3267142"/>
            <a:ext cx="259093"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66000"/>
                </a:solidFill>
                <a:latin typeface="IBM Plex Mono" pitchFamily="34" charset="0"/>
                <a:ea typeface="IBM Plex Mono" pitchFamily="34" charset="-122"/>
                <a:cs typeface="IBM Plex Mono" pitchFamily="34" charset="-120"/>
              </a:rPr>
              <a:t>AI</a:t>
            </a:r>
            <a:endParaRPr lang="en-US" sz="1200" dirty="0"/>
          </a:p>
        </p:txBody>
      </p:sp>
      <p:sp>
        <p:nvSpPr>
          <p:cNvPr id="27" name="Text 24"/>
          <p:cNvSpPr/>
          <p:nvPr/>
        </p:nvSpPr>
        <p:spPr>
          <a:xfrm>
            <a:off x="4847167" y="3518562"/>
            <a:ext cx="2572597"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73C3A"/>
                </a:solidFill>
                <a:latin typeface="Quicksand" pitchFamily="34" charset="0"/>
                <a:ea typeface="Quicksand" pitchFamily="34" charset="-122"/>
                <a:cs typeface="Quicksand" pitchFamily="34" charset="-120"/>
              </a:rPr>
              <a:t>Win probability, forecast close</a:t>
            </a:r>
            <a:endParaRPr lang="en-US" sz="1200" dirty="0"/>
          </a:p>
          <a:p>
            <a:pPr marL="0" indent="0" algn="l">
              <a:lnSpc>
                <a:spcPts val="1620"/>
              </a:lnSpc>
              <a:buNone/>
            </a:pPr>
            <a:r>
              <a:rPr lang="en-US" sz="1200" dirty="0">
                <a:solidFill>
                  <a:srgbClr val="173C3A"/>
                </a:solidFill>
                <a:latin typeface="Quicksand" pitchFamily="34" charset="0"/>
                <a:ea typeface="Quicksand" pitchFamily="34" charset="-122"/>
                <a:cs typeface="Quicksand" pitchFamily="34" charset="-120"/>
              </a:rPr>
              <a:t>Pursuit team, adjacent plays</a:t>
            </a:r>
            <a:endParaRPr lang="en-US" sz="1200" dirty="0"/>
          </a:p>
          <a:p>
            <a:pPr marL="0" indent="0" algn="l">
              <a:lnSpc>
                <a:spcPts val="1620"/>
              </a:lnSpc>
              <a:buNone/>
            </a:pPr>
            <a:r>
              <a:rPr lang="en-US" sz="1200" dirty="0">
                <a:solidFill>
                  <a:srgbClr val="173C3A"/>
                </a:solidFill>
                <a:latin typeface="Quicksand" pitchFamily="34" charset="0"/>
                <a:ea typeface="Quicksand" pitchFamily="34" charset="-122"/>
                <a:cs typeface="Quicksand" pitchFamily="34" charset="-120"/>
              </a:rPr>
              <a:t>Next best action</a:t>
            </a:r>
            <a:endParaRPr lang="en-US" sz="1200" dirty="0"/>
          </a:p>
        </p:txBody>
      </p:sp>
      <p:sp>
        <p:nvSpPr>
          <p:cNvPr id="28" name="Shape 25"/>
          <p:cNvSpPr/>
          <p:nvPr/>
        </p:nvSpPr>
        <p:spPr>
          <a:xfrm>
            <a:off x="4697942" y="4353123"/>
            <a:ext cx="2796117" cy="626930"/>
          </a:xfrm>
          <a:prstGeom prst="roundRect">
            <a:avLst>
              <a:gd name="adj" fmla="val 11648"/>
            </a:avLst>
          </a:prstGeom>
          <a:solidFill>
            <a:srgbClr val="FFFFFF"/>
          </a:solidFill>
          <a:ln w="6350">
            <a:solidFill>
              <a:srgbClr val="D3E3DF"/>
            </a:solidFill>
            <a:prstDash val="solid"/>
          </a:ln>
        </p:spPr>
        <p:txBody>
          <a:bodyPr/>
          <a:lstStyle/>
          <a:p>
            <a:endParaRPr lang="en-US"/>
          </a:p>
        </p:txBody>
      </p:sp>
      <p:sp>
        <p:nvSpPr>
          <p:cNvPr id="29" name="Text 26"/>
          <p:cNvSpPr/>
          <p:nvPr/>
        </p:nvSpPr>
        <p:spPr>
          <a:xfrm>
            <a:off x="4838700" y="4455782"/>
            <a:ext cx="2590038"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3514D"/>
                </a:solidFill>
                <a:latin typeface="Quicksand" pitchFamily="34" charset="0"/>
                <a:ea typeface="Quicksand" pitchFamily="34" charset="-122"/>
                <a:cs typeface="Quicksand" pitchFamily="34" charset="-120"/>
              </a:rPr>
              <a:t>Recommendation layer</a:t>
            </a:r>
            <a:endParaRPr lang="en-US" sz="1300" dirty="0"/>
          </a:p>
        </p:txBody>
      </p:sp>
      <p:sp>
        <p:nvSpPr>
          <p:cNvPr id="30" name="Text 27"/>
          <p:cNvSpPr/>
          <p:nvPr/>
        </p:nvSpPr>
        <p:spPr>
          <a:xfrm>
            <a:off x="4838700" y="4679290"/>
            <a:ext cx="2590038"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6696C"/>
                </a:solidFill>
                <a:latin typeface="Quicksand" pitchFamily="34" charset="0"/>
                <a:ea typeface="Quicksand" pitchFamily="34" charset="-122"/>
                <a:cs typeface="Quicksand" pitchFamily="34" charset="-120"/>
              </a:rPr>
              <a:t>Plays, verdict, plan, brief</a:t>
            </a:r>
            <a:endParaRPr lang="en-US" sz="1200" dirty="0"/>
          </a:p>
        </p:txBody>
      </p:sp>
      <p:pic>
        <p:nvPicPr>
          <p:cNvPr id="31" name="Image 1" descr="arrow-right"/>
          <p:cNvPicPr>
            <a:picLocks noChangeAspect="1"/>
          </p:cNvPicPr>
          <p:nvPr/>
        </p:nvPicPr>
        <p:blipFill>
          <a:blip r:embed="rId3"/>
          <a:srcRect/>
          <a:stretch/>
        </p:blipFill>
        <p:spPr>
          <a:xfrm>
            <a:off x="7780867" y="3368675"/>
            <a:ext cx="355600" cy="177800"/>
          </a:xfrm>
          <a:prstGeom prst="rect">
            <a:avLst/>
          </a:prstGeom>
        </p:spPr>
      </p:pic>
      <p:sp>
        <p:nvSpPr>
          <p:cNvPr id="32" name="Shape 28"/>
          <p:cNvSpPr/>
          <p:nvPr/>
        </p:nvSpPr>
        <p:spPr>
          <a:xfrm>
            <a:off x="8266642" y="1778530"/>
            <a:ext cx="3109383" cy="3358158"/>
          </a:xfrm>
          <a:prstGeom prst="roundRect">
            <a:avLst>
              <a:gd name="adj" fmla="val 3165"/>
            </a:avLst>
          </a:prstGeom>
          <a:solidFill>
            <a:srgbClr val="EEF6F4"/>
          </a:solidFill>
          <a:ln w="6350">
            <a:solidFill>
              <a:srgbClr val="D3E3DF"/>
            </a:solidFill>
            <a:prstDash val="solid"/>
          </a:ln>
        </p:spPr>
        <p:txBody>
          <a:bodyPr/>
          <a:lstStyle/>
          <a:p>
            <a:endParaRPr lang="en-US"/>
          </a:p>
        </p:txBody>
      </p:sp>
      <p:sp>
        <p:nvSpPr>
          <p:cNvPr id="33" name="Text 29"/>
          <p:cNvSpPr/>
          <p:nvPr/>
        </p:nvSpPr>
        <p:spPr>
          <a:xfrm>
            <a:off x="8420100" y="1931988"/>
            <a:ext cx="2886541"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67D7D"/>
                </a:solidFill>
                <a:latin typeface="IBM Plex Mono" pitchFamily="34" charset="0"/>
                <a:ea typeface="IBM Plex Mono" pitchFamily="34" charset="-122"/>
                <a:cs typeface="IBM Plex Mono" pitchFamily="34" charset="-120"/>
              </a:rPr>
              <a:t>3 · CAPTAIN ACTS</a:t>
            </a:r>
            <a:endParaRPr lang="en-US" sz="1200" dirty="0"/>
          </a:p>
        </p:txBody>
      </p:sp>
      <p:sp>
        <p:nvSpPr>
          <p:cNvPr id="34" name="Shape 30"/>
          <p:cNvSpPr/>
          <p:nvPr/>
        </p:nvSpPr>
        <p:spPr>
          <a:xfrm>
            <a:off x="8423275" y="2224683"/>
            <a:ext cx="2796117" cy="626930"/>
          </a:xfrm>
          <a:prstGeom prst="roundRect">
            <a:avLst>
              <a:gd name="adj" fmla="val 11648"/>
            </a:avLst>
          </a:prstGeom>
          <a:solidFill>
            <a:srgbClr val="FFFFFF"/>
          </a:solidFill>
          <a:ln w="6350">
            <a:solidFill>
              <a:srgbClr val="D3E3DF"/>
            </a:solidFill>
            <a:prstDash val="solid"/>
          </a:ln>
        </p:spPr>
        <p:txBody>
          <a:bodyPr/>
          <a:lstStyle/>
          <a:p>
            <a:endParaRPr lang="en-US"/>
          </a:p>
        </p:txBody>
      </p:sp>
      <p:sp>
        <p:nvSpPr>
          <p:cNvPr id="35" name="Text 31"/>
          <p:cNvSpPr/>
          <p:nvPr/>
        </p:nvSpPr>
        <p:spPr>
          <a:xfrm>
            <a:off x="8564034" y="2327342"/>
            <a:ext cx="2590038"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3514D"/>
                </a:solidFill>
                <a:latin typeface="Quicksand" pitchFamily="34" charset="0"/>
                <a:ea typeface="Quicksand" pitchFamily="34" charset="-122"/>
                <a:cs typeface="Quicksand" pitchFamily="34" charset="-120"/>
              </a:rPr>
              <a:t>Today’s plays</a:t>
            </a:r>
            <a:endParaRPr lang="en-US" sz="1300" dirty="0"/>
          </a:p>
        </p:txBody>
      </p:sp>
      <p:sp>
        <p:nvSpPr>
          <p:cNvPr id="36" name="Text 32"/>
          <p:cNvSpPr/>
          <p:nvPr/>
        </p:nvSpPr>
        <p:spPr>
          <a:xfrm>
            <a:off x="8564034" y="2550849"/>
            <a:ext cx="2590038"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6696C"/>
                </a:solidFill>
                <a:latin typeface="Quicksand" pitchFamily="34" charset="0"/>
                <a:ea typeface="Quicksand" pitchFamily="34" charset="-122"/>
                <a:cs typeface="Quicksand" pitchFamily="34" charset="-120"/>
              </a:rPr>
              <a:t>ranked by value</a:t>
            </a:r>
            <a:endParaRPr lang="en-US" sz="1200" dirty="0"/>
          </a:p>
        </p:txBody>
      </p:sp>
      <p:sp>
        <p:nvSpPr>
          <p:cNvPr id="37" name="Shape 33"/>
          <p:cNvSpPr/>
          <p:nvPr/>
        </p:nvSpPr>
        <p:spPr>
          <a:xfrm>
            <a:off x="8423275" y="2934164"/>
            <a:ext cx="2796117" cy="626930"/>
          </a:xfrm>
          <a:prstGeom prst="roundRect">
            <a:avLst>
              <a:gd name="adj" fmla="val 11648"/>
            </a:avLst>
          </a:prstGeom>
          <a:solidFill>
            <a:srgbClr val="FFFFFF"/>
          </a:solidFill>
          <a:ln w="6350">
            <a:solidFill>
              <a:srgbClr val="D3E3DF"/>
            </a:solidFill>
            <a:prstDash val="solid"/>
          </a:ln>
        </p:spPr>
        <p:txBody>
          <a:bodyPr/>
          <a:lstStyle/>
          <a:p>
            <a:endParaRPr lang="en-US"/>
          </a:p>
        </p:txBody>
      </p:sp>
      <p:sp>
        <p:nvSpPr>
          <p:cNvPr id="38" name="Text 34"/>
          <p:cNvSpPr/>
          <p:nvPr/>
        </p:nvSpPr>
        <p:spPr>
          <a:xfrm>
            <a:off x="8564034" y="3036822"/>
            <a:ext cx="2590038"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3514D"/>
                </a:solidFill>
                <a:latin typeface="Quicksand" pitchFamily="34" charset="0"/>
                <a:ea typeface="Quicksand" pitchFamily="34" charset="-122"/>
                <a:cs typeface="Quicksand" pitchFamily="34" charset="-120"/>
              </a:rPr>
              <a:t>Account</a:t>
            </a:r>
            <a:endParaRPr lang="en-US" sz="1300" dirty="0"/>
          </a:p>
        </p:txBody>
      </p:sp>
      <p:sp>
        <p:nvSpPr>
          <p:cNvPr id="39" name="Text 35"/>
          <p:cNvSpPr/>
          <p:nvPr/>
        </p:nvSpPr>
        <p:spPr>
          <a:xfrm>
            <a:off x="8564034" y="3260328"/>
            <a:ext cx="2590038"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6696C"/>
                </a:solidFill>
                <a:latin typeface="Quicksand" pitchFamily="34" charset="0"/>
                <a:ea typeface="Quicksand" pitchFamily="34" charset="-122"/>
                <a:cs typeface="Quicksand" pitchFamily="34" charset="-120"/>
              </a:rPr>
              <a:t>verdict and plan</a:t>
            </a:r>
            <a:endParaRPr lang="en-US" sz="1200" dirty="0"/>
          </a:p>
        </p:txBody>
      </p:sp>
      <p:sp>
        <p:nvSpPr>
          <p:cNvPr id="40" name="Shape 36"/>
          <p:cNvSpPr/>
          <p:nvPr/>
        </p:nvSpPr>
        <p:spPr>
          <a:xfrm>
            <a:off x="8423275" y="3643644"/>
            <a:ext cx="2796117" cy="626930"/>
          </a:xfrm>
          <a:prstGeom prst="roundRect">
            <a:avLst>
              <a:gd name="adj" fmla="val 11648"/>
            </a:avLst>
          </a:prstGeom>
          <a:solidFill>
            <a:srgbClr val="FFFFFF"/>
          </a:solidFill>
          <a:ln w="6350">
            <a:solidFill>
              <a:srgbClr val="D3E3DF"/>
            </a:solidFill>
            <a:prstDash val="solid"/>
          </a:ln>
        </p:spPr>
        <p:txBody>
          <a:bodyPr/>
          <a:lstStyle/>
          <a:p>
            <a:endParaRPr lang="en-US"/>
          </a:p>
        </p:txBody>
      </p:sp>
      <p:sp>
        <p:nvSpPr>
          <p:cNvPr id="41" name="Text 37"/>
          <p:cNvSpPr/>
          <p:nvPr/>
        </p:nvSpPr>
        <p:spPr>
          <a:xfrm>
            <a:off x="8564034" y="3746302"/>
            <a:ext cx="2590038"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3514D"/>
                </a:solidFill>
                <a:latin typeface="Quicksand" pitchFamily="34" charset="0"/>
                <a:ea typeface="Quicksand" pitchFamily="34" charset="-122"/>
                <a:cs typeface="Quicksand" pitchFamily="34" charset="-120"/>
              </a:rPr>
              <a:t>Meeting brief</a:t>
            </a:r>
            <a:endParaRPr lang="en-US" sz="1300" dirty="0"/>
          </a:p>
        </p:txBody>
      </p:sp>
      <p:sp>
        <p:nvSpPr>
          <p:cNvPr id="42" name="Text 38"/>
          <p:cNvSpPr/>
          <p:nvPr/>
        </p:nvSpPr>
        <p:spPr>
          <a:xfrm>
            <a:off x="8564034" y="3969809"/>
            <a:ext cx="2590038"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6696C"/>
                </a:solidFill>
                <a:latin typeface="Quicksand" pitchFamily="34" charset="0"/>
                <a:ea typeface="Quicksand" pitchFamily="34" charset="-122"/>
                <a:cs typeface="Quicksand" pitchFamily="34" charset="-120"/>
              </a:rPr>
              <a:t>prepared per person</a:t>
            </a:r>
            <a:endParaRPr lang="en-US" sz="1200" dirty="0"/>
          </a:p>
        </p:txBody>
      </p:sp>
      <p:sp>
        <p:nvSpPr>
          <p:cNvPr id="43" name="Shape 39"/>
          <p:cNvSpPr/>
          <p:nvPr/>
        </p:nvSpPr>
        <p:spPr>
          <a:xfrm>
            <a:off x="8423275" y="4353123"/>
            <a:ext cx="2796117" cy="626930"/>
          </a:xfrm>
          <a:prstGeom prst="roundRect">
            <a:avLst>
              <a:gd name="adj" fmla="val 11648"/>
            </a:avLst>
          </a:prstGeom>
          <a:solidFill>
            <a:srgbClr val="FFFFFF"/>
          </a:solidFill>
          <a:ln w="6350">
            <a:solidFill>
              <a:srgbClr val="D3E3DF"/>
            </a:solidFill>
            <a:prstDash val="solid"/>
          </a:ln>
        </p:spPr>
        <p:txBody>
          <a:bodyPr/>
          <a:lstStyle/>
          <a:p>
            <a:endParaRPr lang="en-US"/>
          </a:p>
        </p:txBody>
      </p:sp>
      <p:sp>
        <p:nvSpPr>
          <p:cNvPr id="44" name="Text 40"/>
          <p:cNvSpPr/>
          <p:nvPr/>
        </p:nvSpPr>
        <p:spPr>
          <a:xfrm>
            <a:off x="8564034" y="4455782"/>
            <a:ext cx="2590038"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3514D"/>
                </a:solidFill>
                <a:latin typeface="Quicksand" pitchFamily="34" charset="0"/>
                <a:ea typeface="Quicksand" pitchFamily="34" charset="-122"/>
                <a:cs typeface="Quicksand" pitchFamily="34" charset="-120"/>
              </a:rPr>
              <a:t>Outcome tap</a:t>
            </a:r>
            <a:endParaRPr lang="en-US" sz="1300" dirty="0"/>
          </a:p>
        </p:txBody>
      </p:sp>
      <p:sp>
        <p:nvSpPr>
          <p:cNvPr id="45" name="Text 41"/>
          <p:cNvSpPr/>
          <p:nvPr/>
        </p:nvSpPr>
        <p:spPr>
          <a:xfrm>
            <a:off x="8564034" y="4679290"/>
            <a:ext cx="2590038"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6696C"/>
                </a:solidFill>
                <a:latin typeface="Quicksand" pitchFamily="34" charset="0"/>
                <a:ea typeface="Quicksand" pitchFamily="34" charset="-122"/>
                <a:cs typeface="Quicksand" pitchFamily="34" charset="-120"/>
              </a:rPr>
              <a:t>landed, partly, none</a:t>
            </a:r>
            <a:endParaRPr lang="en-US" sz="1200" dirty="0"/>
          </a:p>
        </p:txBody>
      </p:sp>
      <p:sp>
        <p:nvSpPr>
          <p:cNvPr id="46" name="Shape 42"/>
          <p:cNvSpPr/>
          <p:nvPr/>
        </p:nvSpPr>
        <p:spPr>
          <a:xfrm>
            <a:off x="9798050" y="5343063"/>
            <a:ext cx="0" cy="254000"/>
          </a:xfrm>
          <a:prstGeom prst="line">
            <a:avLst/>
          </a:prstGeom>
          <a:noFill/>
          <a:ln w="12700">
            <a:solidFill>
              <a:srgbClr val="8FA9AA"/>
            </a:solidFill>
            <a:prstDash val="dash"/>
          </a:ln>
        </p:spPr>
        <p:txBody>
          <a:bodyPr/>
          <a:lstStyle/>
          <a:p>
            <a:endParaRPr lang="en-US"/>
          </a:p>
        </p:txBody>
      </p:sp>
      <p:sp>
        <p:nvSpPr>
          <p:cNvPr id="47" name="Shape 43"/>
          <p:cNvSpPr/>
          <p:nvPr/>
        </p:nvSpPr>
        <p:spPr>
          <a:xfrm>
            <a:off x="2387600" y="5590713"/>
            <a:ext cx="7416800" cy="0"/>
          </a:xfrm>
          <a:prstGeom prst="line">
            <a:avLst/>
          </a:prstGeom>
          <a:noFill/>
          <a:ln w="12700">
            <a:solidFill>
              <a:srgbClr val="8FA9AA"/>
            </a:solidFill>
            <a:prstDash val="dash"/>
          </a:ln>
        </p:spPr>
        <p:txBody>
          <a:bodyPr/>
          <a:lstStyle/>
          <a:p>
            <a:endParaRPr lang="en-US"/>
          </a:p>
        </p:txBody>
      </p:sp>
      <p:sp>
        <p:nvSpPr>
          <p:cNvPr id="48" name="Shape 44"/>
          <p:cNvSpPr/>
          <p:nvPr/>
        </p:nvSpPr>
        <p:spPr>
          <a:xfrm>
            <a:off x="2393950" y="5343063"/>
            <a:ext cx="0" cy="254000"/>
          </a:xfrm>
          <a:prstGeom prst="line">
            <a:avLst/>
          </a:prstGeom>
          <a:noFill/>
          <a:ln w="12700">
            <a:solidFill>
              <a:srgbClr val="8FA9AA"/>
            </a:solidFill>
            <a:prstDash val="dash"/>
          </a:ln>
        </p:spPr>
        <p:txBody>
          <a:bodyPr/>
          <a:lstStyle/>
          <a:p>
            <a:endParaRPr lang="en-US"/>
          </a:p>
        </p:txBody>
      </p:sp>
      <p:pic>
        <p:nvPicPr>
          <p:cNvPr id="49" name="Image 2" descr="arrow-up"/>
          <p:cNvPicPr>
            <a:picLocks noChangeAspect="1"/>
          </p:cNvPicPr>
          <p:nvPr/>
        </p:nvPicPr>
        <p:blipFill>
          <a:blip r:embed="rId4"/>
          <a:srcRect/>
          <a:stretch/>
        </p:blipFill>
        <p:spPr>
          <a:xfrm>
            <a:off x="2324100" y="5343063"/>
            <a:ext cx="139700" cy="190500"/>
          </a:xfrm>
          <a:prstGeom prst="rect">
            <a:avLst/>
          </a:prstGeom>
        </p:spPr>
      </p:pic>
      <p:sp>
        <p:nvSpPr>
          <p:cNvPr id="50" name="Shape 45"/>
          <p:cNvSpPr/>
          <p:nvPr/>
        </p:nvSpPr>
        <p:spPr>
          <a:xfrm>
            <a:off x="2603500" y="5482763"/>
            <a:ext cx="6985000" cy="213320"/>
          </a:xfrm>
          <a:prstGeom prst="rect">
            <a:avLst/>
          </a:prstGeom>
          <a:solidFill>
            <a:srgbClr val="FEFFF6"/>
          </a:solidFill>
          <a:ln/>
        </p:spPr>
        <p:txBody>
          <a:bodyPr/>
          <a:lstStyle/>
          <a:p>
            <a:endParaRPr lang="en-US"/>
          </a:p>
        </p:txBody>
      </p:sp>
      <p:sp>
        <p:nvSpPr>
          <p:cNvPr id="51" name="Text 46"/>
          <p:cNvSpPr/>
          <p:nvPr/>
        </p:nvSpPr>
        <p:spPr>
          <a:xfrm>
            <a:off x="2498725" y="5482763"/>
            <a:ext cx="719455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6696C"/>
                </a:solidFill>
                <a:latin typeface="Quicksand" pitchFamily="34" charset="0"/>
                <a:ea typeface="Quicksand" pitchFamily="34" charset="-122"/>
                <a:cs typeface="Quicksand" pitchFamily="34" charset="-120"/>
              </a:rPr>
              <a:t>Every outcome and override re-scores the play immediately and retrains the models monthly</a:t>
            </a:r>
            <a:endParaRPr lang="en-US" sz="1200" dirty="0"/>
          </a:p>
        </p:txBody>
      </p:sp>
      <p:sp>
        <p:nvSpPr>
          <p:cNvPr id="52" name="Text 47"/>
          <p:cNvSpPr/>
          <p:nvPr/>
        </p:nvSpPr>
        <p:spPr>
          <a:xfrm>
            <a:off x="812800" y="6238280"/>
            <a:ext cx="49917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7A78"/>
                </a:solidFill>
                <a:latin typeface="IBM Plex Mono" pitchFamily="34" charset="0"/>
                <a:ea typeface="IBM Plex Mono" pitchFamily="34" charset="-122"/>
                <a:cs typeface="IBM Plex Mono" pitchFamily="34" charset="-120"/>
              </a:rPr>
              <a:t>AI shown in lime · The captain makes every final call</a:t>
            </a:r>
            <a:endParaRPr lang="en-US" sz="1200" dirty="0"/>
          </a:p>
        </p:txBody>
      </p:sp>
      <p:sp>
        <p:nvSpPr>
          <p:cNvPr id="53" name="Text 48"/>
          <p:cNvSpPr/>
          <p:nvPr/>
        </p:nvSpPr>
        <p:spPr>
          <a:xfrm>
            <a:off x="11196307" y="6238280"/>
            <a:ext cx="233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7A78"/>
                </a:solidFill>
                <a:latin typeface="IBM Plex Mono" pitchFamily="34" charset="0"/>
                <a:ea typeface="IBM Plex Mono" pitchFamily="34" charset="-122"/>
                <a:cs typeface="IBM Plex Mono"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FF6"/>
        </a:solidFill>
        <a:effectLst/>
      </p:bgPr>
    </p:bg>
    <p:spTree>
      <p:nvGrpSpPr>
        <p:cNvPr id="1" name=""/>
        <p:cNvGrpSpPr/>
        <p:nvPr/>
      </p:nvGrpSpPr>
      <p:grpSpPr>
        <a:xfrm>
          <a:off x="0" y="0"/>
          <a:ext cx="0" cy="0"/>
          <a:chOff x="0" y="0"/>
          <a:chExt cx="0" cy="0"/>
        </a:xfrm>
      </p:grpSpPr>
      <p:sp>
        <p:nvSpPr>
          <p:cNvPr id="2" name="Text 0"/>
          <p:cNvSpPr/>
          <p:nvPr/>
        </p:nvSpPr>
        <p:spPr>
          <a:xfrm>
            <a:off x="2876550" y="406400"/>
            <a:ext cx="8502650" cy="23872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A78"/>
                </a:solidFill>
                <a:latin typeface="IBM Plex Mono" pitchFamily="34" charset="0"/>
                <a:ea typeface="IBM Plex Mono" pitchFamily="34" charset="-122"/>
                <a:cs typeface="IBM Plex Mono" pitchFamily="34" charset="-120"/>
              </a:rPr>
              <a:t>PREDICTIVE AI · AGENT · </a:t>
            </a:r>
            <a:r>
              <a:rPr lang="en-US" sz="1200" b="1" kern="0" spc="100" dirty="0">
                <a:solidFill>
                  <a:srgbClr val="167D7D"/>
                </a:solidFill>
                <a:latin typeface="IBM Plex Mono" pitchFamily="34" charset="0"/>
                <a:ea typeface="IBM Plex Mono" pitchFamily="34" charset="-122"/>
                <a:cs typeface="IBM Plex Mono" pitchFamily="34" charset="-120"/>
              </a:rPr>
              <a:t>OPERATIONS</a:t>
            </a:r>
            <a:endParaRPr lang="en-US" sz="1200" dirty="0"/>
          </a:p>
        </p:txBody>
      </p:sp>
      <p:sp>
        <p:nvSpPr>
          <p:cNvPr id="3" name="Text 1"/>
          <p:cNvSpPr/>
          <p:nvPr/>
        </p:nvSpPr>
        <p:spPr>
          <a:xfrm>
            <a:off x="815975" y="981075"/>
            <a:ext cx="10883392" cy="784754"/>
          </a:xfrm>
          <a:prstGeom prst="rect">
            <a:avLst/>
          </a:prstGeom>
          <a:noFill/>
          <a:ln/>
        </p:spPr>
        <p:txBody>
          <a:bodyPr wrap="square" lIns="0" tIns="0" rIns="0" bIns="0" rtlCol="0" anchor="t">
            <a:normAutofit/>
          </a:bodyPr>
          <a:lstStyle/>
          <a:p>
            <a:pPr marL="0" indent="0" algn="l">
              <a:lnSpc>
                <a:spcPts val="2990"/>
              </a:lnSpc>
              <a:buNone/>
            </a:pPr>
            <a:r>
              <a:rPr lang="en-US" sz="2000" i="1" dirty="0">
                <a:solidFill>
                  <a:srgbClr val="03514D"/>
                </a:solidFill>
                <a:latin typeface="Quicksand" pitchFamily="34" charset="0"/>
                <a:ea typeface="Quicksand" pitchFamily="34" charset="-122"/>
                <a:cs typeface="Quicksand" pitchFamily="34" charset="-120"/>
              </a:rPr>
              <a:t>The KAMPASS operational master links account growth to associate growth and utilization</a:t>
            </a:r>
            <a:endParaRPr lang="en-US" sz="2000" i="1" dirty="0"/>
          </a:p>
        </p:txBody>
      </p:sp>
      <p:sp>
        <p:nvSpPr>
          <p:cNvPr id="4" name="Shape 2"/>
          <p:cNvSpPr/>
          <p:nvPr/>
        </p:nvSpPr>
        <p:spPr>
          <a:xfrm>
            <a:off x="815975" y="1829330"/>
            <a:ext cx="2540000" cy="2737048"/>
          </a:xfrm>
          <a:prstGeom prst="roundRect">
            <a:avLst>
              <a:gd name="adj" fmla="val 2875"/>
            </a:avLst>
          </a:prstGeom>
          <a:solidFill>
            <a:srgbClr val="FFFFFF"/>
          </a:solidFill>
          <a:ln w="6350">
            <a:solidFill>
              <a:srgbClr val="D3E3DF"/>
            </a:solidFill>
            <a:prstDash val="solid"/>
          </a:ln>
        </p:spPr>
        <p:txBody>
          <a:bodyPr/>
          <a:lstStyle/>
          <a:p>
            <a:endParaRPr lang="en-US"/>
          </a:p>
        </p:txBody>
      </p:sp>
      <p:sp>
        <p:nvSpPr>
          <p:cNvPr id="5" name="Text 3"/>
          <p:cNvSpPr/>
          <p:nvPr/>
        </p:nvSpPr>
        <p:spPr>
          <a:xfrm>
            <a:off x="994833" y="2008187"/>
            <a:ext cx="224775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3514D"/>
                </a:solidFill>
                <a:latin typeface="Quicksand" pitchFamily="34" charset="0"/>
                <a:ea typeface="Quicksand" pitchFamily="34" charset="-122"/>
                <a:cs typeface="Quicksand" pitchFamily="34" charset="-120"/>
              </a:rPr>
              <a:t>Timesheets</a:t>
            </a:r>
            <a:endParaRPr lang="en-US" sz="1500" dirty="0"/>
          </a:p>
        </p:txBody>
      </p:sp>
      <p:sp>
        <p:nvSpPr>
          <p:cNvPr id="6" name="Text 4"/>
          <p:cNvSpPr/>
          <p:nvPr/>
        </p:nvSpPr>
        <p:spPr>
          <a:xfrm>
            <a:off x="994833" y="2325688"/>
            <a:ext cx="224775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73C3A"/>
                </a:solidFill>
                <a:latin typeface="Quicksand" pitchFamily="34" charset="0"/>
                <a:ea typeface="Quicksand" pitchFamily="34" charset="-122"/>
                <a:cs typeface="Quicksand" pitchFamily="34" charset="-120"/>
              </a:rPr>
              <a:t>Effort logged by associate, project and account</a:t>
            </a:r>
            <a:endParaRPr lang="en-US" sz="1200" dirty="0"/>
          </a:p>
        </p:txBody>
      </p:sp>
      <p:sp>
        <p:nvSpPr>
          <p:cNvPr id="7" name="Text 5"/>
          <p:cNvSpPr/>
          <p:nvPr/>
        </p:nvSpPr>
        <p:spPr>
          <a:xfrm>
            <a:off x="994833" y="3673872"/>
            <a:ext cx="224775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67D7D"/>
                </a:solidFill>
                <a:latin typeface="IBM Plex Mono" pitchFamily="34" charset="0"/>
                <a:ea typeface="IBM Plex Mono" pitchFamily="34" charset="-122"/>
                <a:cs typeface="IBM Plex Mono" pitchFamily="34" charset="-120"/>
              </a:rPr>
              <a:t>FOR THE KAM</a:t>
            </a:r>
            <a:endParaRPr lang="en-US" sz="1200" dirty="0"/>
          </a:p>
        </p:txBody>
      </p:sp>
      <p:sp>
        <p:nvSpPr>
          <p:cNvPr id="8" name="Text 6"/>
          <p:cNvSpPr/>
          <p:nvPr/>
        </p:nvSpPr>
        <p:spPr>
          <a:xfrm>
            <a:off x="994833" y="3976092"/>
            <a:ext cx="2247752" cy="43682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3514D"/>
                </a:solidFill>
                <a:latin typeface="Quicksand" pitchFamily="34" charset="0"/>
                <a:ea typeface="Quicksand" pitchFamily="34" charset="-122"/>
                <a:cs typeface="Quicksand" pitchFamily="34" charset="-120"/>
              </a:rPr>
              <a:t>Actual effort against plan per cluster</a:t>
            </a:r>
            <a:endParaRPr lang="en-US" sz="1200" dirty="0"/>
          </a:p>
        </p:txBody>
      </p:sp>
      <p:sp>
        <p:nvSpPr>
          <p:cNvPr id="9" name="Shape 7"/>
          <p:cNvSpPr/>
          <p:nvPr/>
        </p:nvSpPr>
        <p:spPr>
          <a:xfrm>
            <a:off x="3489325" y="1829330"/>
            <a:ext cx="2540000" cy="2737048"/>
          </a:xfrm>
          <a:prstGeom prst="roundRect">
            <a:avLst>
              <a:gd name="adj" fmla="val 2875"/>
            </a:avLst>
          </a:prstGeom>
          <a:solidFill>
            <a:srgbClr val="FFFFFF"/>
          </a:solidFill>
          <a:ln w="6350">
            <a:solidFill>
              <a:srgbClr val="D3E3DF"/>
            </a:solidFill>
            <a:prstDash val="solid"/>
          </a:ln>
        </p:spPr>
        <p:txBody>
          <a:bodyPr/>
          <a:lstStyle/>
          <a:p>
            <a:endParaRPr lang="en-US"/>
          </a:p>
        </p:txBody>
      </p:sp>
      <p:sp>
        <p:nvSpPr>
          <p:cNvPr id="10" name="Text 8"/>
          <p:cNvSpPr/>
          <p:nvPr/>
        </p:nvSpPr>
        <p:spPr>
          <a:xfrm>
            <a:off x="3668183" y="2008187"/>
            <a:ext cx="224775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3514D"/>
                </a:solidFill>
                <a:latin typeface="Quicksand" pitchFamily="34" charset="0"/>
                <a:ea typeface="Quicksand" pitchFamily="34" charset="-122"/>
                <a:cs typeface="Quicksand" pitchFamily="34" charset="-120"/>
              </a:rPr>
              <a:t>Allocation</a:t>
            </a:r>
            <a:endParaRPr lang="en-US" sz="1500" dirty="0"/>
          </a:p>
        </p:txBody>
      </p:sp>
      <p:sp>
        <p:nvSpPr>
          <p:cNvPr id="11" name="Text 9"/>
          <p:cNvSpPr/>
          <p:nvPr/>
        </p:nvSpPr>
        <p:spPr>
          <a:xfrm>
            <a:off x="3668183" y="2325688"/>
            <a:ext cx="224775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73C3A"/>
                </a:solidFill>
                <a:latin typeface="Quicksand" pitchFamily="34" charset="0"/>
                <a:ea typeface="Quicksand" pitchFamily="34" charset="-122"/>
                <a:cs typeface="Quicksand" pitchFamily="34" charset="-120"/>
              </a:rPr>
              <a:t>Who is deployed on which account, and at what share</a:t>
            </a:r>
            <a:endParaRPr lang="en-US" sz="1200" dirty="0"/>
          </a:p>
        </p:txBody>
      </p:sp>
      <p:sp>
        <p:nvSpPr>
          <p:cNvPr id="12" name="Text 10"/>
          <p:cNvSpPr/>
          <p:nvPr/>
        </p:nvSpPr>
        <p:spPr>
          <a:xfrm>
            <a:off x="3668183" y="3673872"/>
            <a:ext cx="224775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67D7D"/>
                </a:solidFill>
                <a:latin typeface="IBM Plex Mono" pitchFamily="34" charset="0"/>
                <a:ea typeface="IBM Plex Mono" pitchFamily="34" charset="-122"/>
                <a:cs typeface="IBM Plex Mono" pitchFamily="34" charset="-120"/>
              </a:rPr>
              <a:t>FOR THE KAM</a:t>
            </a:r>
            <a:endParaRPr lang="en-US" sz="1200" dirty="0"/>
          </a:p>
        </p:txBody>
      </p:sp>
      <p:sp>
        <p:nvSpPr>
          <p:cNvPr id="13" name="Text 11"/>
          <p:cNvSpPr/>
          <p:nvPr/>
        </p:nvSpPr>
        <p:spPr>
          <a:xfrm>
            <a:off x="3668183" y="3976092"/>
            <a:ext cx="2247752" cy="43682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3514D"/>
                </a:solidFill>
                <a:latin typeface="Quicksand" pitchFamily="34" charset="0"/>
                <a:ea typeface="Quicksand" pitchFamily="34" charset="-122"/>
                <a:cs typeface="Quicksand" pitchFamily="34" charset="-120"/>
              </a:rPr>
              <a:t>Bench, over-allocation and coverage gaps</a:t>
            </a:r>
            <a:endParaRPr lang="en-US" sz="1200" dirty="0"/>
          </a:p>
        </p:txBody>
      </p:sp>
      <p:sp>
        <p:nvSpPr>
          <p:cNvPr id="14" name="Shape 12"/>
          <p:cNvSpPr/>
          <p:nvPr/>
        </p:nvSpPr>
        <p:spPr>
          <a:xfrm>
            <a:off x="6162675" y="1829330"/>
            <a:ext cx="2540000" cy="2737048"/>
          </a:xfrm>
          <a:prstGeom prst="roundRect">
            <a:avLst>
              <a:gd name="adj" fmla="val 2875"/>
            </a:avLst>
          </a:prstGeom>
          <a:solidFill>
            <a:srgbClr val="FFFFFF"/>
          </a:solidFill>
          <a:ln w="6350">
            <a:solidFill>
              <a:srgbClr val="D3E3DF"/>
            </a:solidFill>
            <a:prstDash val="solid"/>
          </a:ln>
        </p:spPr>
        <p:txBody>
          <a:bodyPr/>
          <a:lstStyle/>
          <a:p>
            <a:endParaRPr lang="en-US"/>
          </a:p>
        </p:txBody>
      </p:sp>
      <p:sp>
        <p:nvSpPr>
          <p:cNvPr id="15" name="Text 13"/>
          <p:cNvSpPr/>
          <p:nvPr/>
        </p:nvSpPr>
        <p:spPr>
          <a:xfrm>
            <a:off x="6341533" y="2008187"/>
            <a:ext cx="224775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3514D"/>
                </a:solidFill>
                <a:latin typeface="Quicksand" pitchFamily="34" charset="0"/>
                <a:ea typeface="Quicksand" pitchFamily="34" charset="-122"/>
                <a:cs typeface="Quicksand" pitchFamily="34" charset="-120"/>
              </a:rPr>
              <a:t>Skill set</a:t>
            </a:r>
            <a:endParaRPr lang="en-US" sz="1500" dirty="0"/>
          </a:p>
        </p:txBody>
      </p:sp>
      <p:sp>
        <p:nvSpPr>
          <p:cNvPr id="16" name="Text 14"/>
          <p:cNvSpPr/>
          <p:nvPr/>
        </p:nvSpPr>
        <p:spPr>
          <a:xfrm>
            <a:off x="6341533" y="2325688"/>
            <a:ext cx="224775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73C3A"/>
                </a:solidFill>
                <a:latin typeface="Quicksand" pitchFamily="34" charset="0"/>
                <a:ea typeface="Quicksand" pitchFamily="34" charset="-122"/>
                <a:cs typeface="Quicksand" pitchFamily="34" charset="-120"/>
              </a:rPr>
              <a:t>Skills, proficiency and certifications per associate</a:t>
            </a:r>
            <a:endParaRPr lang="en-US" sz="1200" dirty="0"/>
          </a:p>
        </p:txBody>
      </p:sp>
      <p:sp>
        <p:nvSpPr>
          <p:cNvPr id="17" name="Text 15"/>
          <p:cNvSpPr/>
          <p:nvPr/>
        </p:nvSpPr>
        <p:spPr>
          <a:xfrm>
            <a:off x="6341533" y="3673872"/>
            <a:ext cx="224775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67D7D"/>
                </a:solidFill>
                <a:latin typeface="IBM Plex Mono" pitchFamily="34" charset="0"/>
                <a:ea typeface="IBM Plex Mono" pitchFamily="34" charset="-122"/>
                <a:cs typeface="IBM Plex Mono" pitchFamily="34" charset="-120"/>
              </a:rPr>
              <a:t>FOR THE KAM</a:t>
            </a:r>
            <a:endParaRPr lang="en-US" sz="1200" dirty="0"/>
          </a:p>
        </p:txBody>
      </p:sp>
      <p:sp>
        <p:nvSpPr>
          <p:cNvPr id="18" name="Text 16"/>
          <p:cNvSpPr/>
          <p:nvPr/>
        </p:nvSpPr>
        <p:spPr>
          <a:xfrm>
            <a:off x="6341533" y="3976092"/>
            <a:ext cx="2247752" cy="43682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3514D"/>
                </a:solidFill>
                <a:latin typeface="Quicksand" pitchFamily="34" charset="0"/>
                <a:ea typeface="Quicksand" pitchFamily="34" charset="-122"/>
                <a:cs typeface="Quicksand" pitchFamily="34" charset="-120"/>
              </a:rPr>
              <a:t>Skill fit against upcoming demand</a:t>
            </a:r>
            <a:endParaRPr lang="en-US" sz="1200" dirty="0"/>
          </a:p>
        </p:txBody>
      </p:sp>
      <p:sp>
        <p:nvSpPr>
          <p:cNvPr id="19" name="Shape 17"/>
          <p:cNvSpPr/>
          <p:nvPr/>
        </p:nvSpPr>
        <p:spPr>
          <a:xfrm>
            <a:off x="8836025" y="1829330"/>
            <a:ext cx="2540000" cy="2737048"/>
          </a:xfrm>
          <a:prstGeom prst="roundRect">
            <a:avLst>
              <a:gd name="adj" fmla="val 2875"/>
            </a:avLst>
          </a:prstGeom>
          <a:solidFill>
            <a:srgbClr val="E2F4F2"/>
          </a:solidFill>
          <a:ln w="6350">
            <a:solidFill>
              <a:srgbClr val="D3E3DF"/>
            </a:solidFill>
            <a:prstDash val="solid"/>
          </a:ln>
        </p:spPr>
        <p:txBody>
          <a:bodyPr/>
          <a:lstStyle/>
          <a:p>
            <a:endParaRPr lang="en-US"/>
          </a:p>
        </p:txBody>
      </p:sp>
      <p:sp>
        <p:nvSpPr>
          <p:cNvPr id="20" name="Text 18"/>
          <p:cNvSpPr/>
          <p:nvPr/>
        </p:nvSpPr>
        <p:spPr>
          <a:xfrm>
            <a:off x="9014884" y="2008187"/>
            <a:ext cx="224775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3514D"/>
                </a:solidFill>
                <a:latin typeface="Quicksand" pitchFamily="34" charset="0"/>
                <a:ea typeface="Quicksand" pitchFamily="34" charset="-122"/>
                <a:cs typeface="Quicksand" pitchFamily="34" charset="-120"/>
              </a:rPr>
              <a:t>Utilization reports</a:t>
            </a:r>
            <a:endParaRPr lang="en-US" sz="1500" dirty="0"/>
          </a:p>
        </p:txBody>
      </p:sp>
      <p:sp>
        <p:nvSpPr>
          <p:cNvPr id="21" name="Text 19"/>
          <p:cNvSpPr/>
          <p:nvPr/>
        </p:nvSpPr>
        <p:spPr>
          <a:xfrm>
            <a:off x="9014884" y="2325688"/>
            <a:ext cx="224775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73C3A"/>
                </a:solidFill>
                <a:latin typeface="Quicksand" pitchFamily="34" charset="0"/>
                <a:ea typeface="Quicksand" pitchFamily="34" charset="-122"/>
                <a:cs typeface="Quicksand" pitchFamily="34" charset="-120"/>
              </a:rPr>
              <a:t>Billable and non-billable utilization over time</a:t>
            </a:r>
            <a:endParaRPr lang="en-US" sz="1200" dirty="0"/>
          </a:p>
        </p:txBody>
      </p:sp>
      <p:sp>
        <p:nvSpPr>
          <p:cNvPr id="22" name="Text 20"/>
          <p:cNvSpPr/>
          <p:nvPr/>
        </p:nvSpPr>
        <p:spPr>
          <a:xfrm>
            <a:off x="9014884" y="3673872"/>
            <a:ext cx="224775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67D7D"/>
                </a:solidFill>
                <a:latin typeface="IBM Plex Mono" pitchFamily="34" charset="0"/>
                <a:ea typeface="IBM Plex Mono" pitchFamily="34" charset="-122"/>
                <a:cs typeface="IBM Plex Mono" pitchFamily="34" charset="-120"/>
              </a:rPr>
              <a:t>FOR THE KAM</a:t>
            </a:r>
            <a:endParaRPr lang="en-US" sz="1200" dirty="0"/>
          </a:p>
        </p:txBody>
      </p:sp>
      <p:sp>
        <p:nvSpPr>
          <p:cNvPr id="23" name="Text 21"/>
          <p:cNvSpPr/>
          <p:nvPr/>
        </p:nvSpPr>
        <p:spPr>
          <a:xfrm>
            <a:off x="9014884" y="3976092"/>
            <a:ext cx="2247752" cy="43682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3514D"/>
                </a:solidFill>
                <a:latin typeface="Quicksand" pitchFamily="34" charset="0"/>
                <a:ea typeface="Quicksand" pitchFamily="34" charset="-122"/>
                <a:cs typeface="Quicksand" pitchFamily="34" charset="-120"/>
              </a:rPr>
              <a:t>Trends by account, cluster and role</a:t>
            </a:r>
            <a:endParaRPr lang="en-US" sz="1200" dirty="0"/>
          </a:p>
        </p:txBody>
      </p:sp>
      <p:sp>
        <p:nvSpPr>
          <p:cNvPr id="24" name="Shape 22"/>
          <p:cNvSpPr/>
          <p:nvPr/>
        </p:nvSpPr>
        <p:spPr>
          <a:xfrm>
            <a:off x="812800" y="4823554"/>
            <a:ext cx="10566400" cy="1018447"/>
          </a:xfrm>
          <a:prstGeom prst="roundRect">
            <a:avLst>
              <a:gd name="adj" fmla="val 7482"/>
            </a:avLst>
          </a:prstGeom>
          <a:solidFill>
            <a:srgbClr val="03514D"/>
          </a:solidFill>
          <a:ln/>
        </p:spPr>
        <p:txBody>
          <a:bodyPr/>
          <a:lstStyle/>
          <a:p>
            <a:endParaRPr lang="en-US"/>
          </a:p>
        </p:txBody>
      </p:sp>
      <p:sp>
        <p:nvSpPr>
          <p:cNvPr id="25" name="Text 23"/>
          <p:cNvSpPr/>
          <p:nvPr/>
        </p:nvSpPr>
        <p:spPr>
          <a:xfrm>
            <a:off x="1041400" y="5119424"/>
            <a:ext cx="1130300" cy="452041"/>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D4DB27"/>
                </a:solidFill>
                <a:latin typeface="IBM Plex Mono" pitchFamily="34" charset="0"/>
                <a:ea typeface="IBM Plex Mono" pitchFamily="34" charset="-122"/>
                <a:cs typeface="IBM Plex Mono" pitchFamily="34" charset="-120"/>
              </a:rPr>
              <a:t>GROWTH LOGIC</a:t>
            </a:r>
            <a:endParaRPr lang="en-US" sz="1200" dirty="0"/>
          </a:p>
        </p:txBody>
      </p:sp>
      <p:sp>
        <p:nvSpPr>
          <p:cNvPr id="26" name="Text 24"/>
          <p:cNvSpPr/>
          <p:nvPr/>
        </p:nvSpPr>
        <p:spPr>
          <a:xfrm>
            <a:off x="2273300" y="5001354"/>
            <a:ext cx="259439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EFFF6"/>
                </a:solidFill>
                <a:latin typeface="Quicksand" pitchFamily="34" charset="0"/>
                <a:ea typeface="Quicksand" pitchFamily="34" charset="-122"/>
                <a:cs typeface="Quicksand" pitchFamily="34" charset="-120"/>
              </a:rPr>
              <a:t>Associate growth</a:t>
            </a:r>
            <a:endParaRPr lang="en-US" sz="1400" dirty="0"/>
          </a:p>
        </p:txBody>
      </p:sp>
      <p:sp>
        <p:nvSpPr>
          <p:cNvPr id="27" name="Text 25"/>
          <p:cNvSpPr/>
          <p:nvPr/>
        </p:nvSpPr>
        <p:spPr>
          <a:xfrm>
            <a:off x="2273300" y="5252774"/>
            <a:ext cx="2594398"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2F4F2"/>
                </a:solidFill>
                <a:latin typeface="Quicksand" pitchFamily="34" charset="0"/>
                <a:ea typeface="Quicksand" pitchFamily="34" charset="-122"/>
                <a:cs typeface="Quicksand" pitchFamily="34" charset="-120"/>
              </a:rPr>
              <a:t>New skills, certifications, role progression</a:t>
            </a:r>
            <a:endParaRPr lang="en-US" sz="1200" dirty="0"/>
          </a:p>
        </p:txBody>
      </p:sp>
      <p:pic>
        <p:nvPicPr>
          <p:cNvPr id="28" name="Image 0" descr="arrow-right"/>
          <p:cNvPicPr>
            <a:picLocks noChangeAspect="1"/>
          </p:cNvPicPr>
          <p:nvPr/>
        </p:nvPicPr>
        <p:blipFill>
          <a:blip r:embed="rId3"/>
          <a:srcRect/>
          <a:stretch/>
        </p:blipFill>
        <p:spPr>
          <a:xfrm>
            <a:off x="4944533" y="5243844"/>
            <a:ext cx="355600" cy="177800"/>
          </a:xfrm>
          <a:prstGeom prst="rect">
            <a:avLst/>
          </a:prstGeom>
        </p:spPr>
      </p:pic>
      <p:sp>
        <p:nvSpPr>
          <p:cNvPr id="29" name="Text 26"/>
          <p:cNvSpPr/>
          <p:nvPr/>
        </p:nvSpPr>
        <p:spPr>
          <a:xfrm>
            <a:off x="5452533" y="5104209"/>
            <a:ext cx="259439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EFFF6"/>
                </a:solidFill>
                <a:latin typeface="Quicksand" pitchFamily="34" charset="0"/>
                <a:ea typeface="Quicksand" pitchFamily="34" charset="-122"/>
                <a:cs typeface="Quicksand" pitchFamily="34" charset="-120"/>
              </a:rPr>
              <a:t>Higher-value utilization</a:t>
            </a:r>
            <a:endParaRPr lang="en-US" sz="1400" dirty="0"/>
          </a:p>
        </p:txBody>
      </p:sp>
      <p:sp>
        <p:nvSpPr>
          <p:cNvPr id="30" name="Text 27"/>
          <p:cNvSpPr/>
          <p:nvPr/>
        </p:nvSpPr>
        <p:spPr>
          <a:xfrm>
            <a:off x="5452533" y="5355630"/>
            <a:ext cx="2594398"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2F4F2"/>
                </a:solidFill>
                <a:latin typeface="Quicksand" pitchFamily="34" charset="0"/>
                <a:ea typeface="Quicksand" pitchFamily="34" charset="-122"/>
                <a:cs typeface="Quicksand" pitchFamily="34" charset="-120"/>
              </a:rPr>
              <a:t>Right skills on the right accounts</a:t>
            </a:r>
            <a:endParaRPr lang="en-US" sz="1200" dirty="0"/>
          </a:p>
        </p:txBody>
      </p:sp>
      <p:pic>
        <p:nvPicPr>
          <p:cNvPr id="31" name="Image 1" descr="arrow-right"/>
          <p:cNvPicPr>
            <a:picLocks noChangeAspect="1"/>
          </p:cNvPicPr>
          <p:nvPr/>
        </p:nvPicPr>
        <p:blipFill>
          <a:blip r:embed="rId3"/>
          <a:srcRect/>
          <a:stretch/>
        </p:blipFill>
        <p:spPr>
          <a:xfrm>
            <a:off x="8123767" y="5243844"/>
            <a:ext cx="355600" cy="177800"/>
          </a:xfrm>
          <a:prstGeom prst="rect">
            <a:avLst/>
          </a:prstGeom>
        </p:spPr>
      </p:pic>
      <p:sp>
        <p:nvSpPr>
          <p:cNvPr id="32" name="Text 28"/>
          <p:cNvSpPr/>
          <p:nvPr/>
        </p:nvSpPr>
        <p:spPr>
          <a:xfrm>
            <a:off x="8631767" y="5001354"/>
            <a:ext cx="259439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EFFF6"/>
                </a:solidFill>
                <a:latin typeface="Quicksand" pitchFamily="34" charset="0"/>
                <a:ea typeface="Quicksand" pitchFamily="34" charset="-122"/>
                <a:cs typeface="Quicksand" pitchFamily="34" charset="-120"/>
              </a:rPr>
              <a:t>Account growth</a:t>
            </a:r>
            <a:endParaRPr lang="en-US" sz="1400" dirty="0"/>
          </a:p>
        </p:txBody>
      </p:sp>
      <p:sp>
        <p:nvSpPr>
          <p:cNvPr id="33" name="Text 29"/>
          <p:cNvSpPr/>
          <p:nvPr/>
        </p:nvSpPr>
        <p:spPr>
          <a:xfrm>
            <a:off x="8631767" y="5252774"/>
            <a:ext cx="2594398"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2F4F2"/>
                </a:solidFill>
                <a:latin typeface="Quicksand" pitchFamily="34" charset="0"/>
                <a:ea typeface="Quicksand" pitchFamily="34" charset="-122"/>
                <a:cs typeface="Quicksand" pitchFamily="34" charset="-120"/>
              </a:rPr>
              <a:t>Wider scope, more revenue per associate</a:t>
            </a:r>
            <a:endParaRPr lang="en-US" sz="1200" dirty="0"/>
          </a:p>
        </p:txBody>
      </p:sp>
      <p:sp>
        <p:nvSpPr>
          <p:cNvPr id="34" name="Text 30"/>
          <p:cNvSpPr/>
          <p:nvPr/>
        </p:nvSpPr>
        <p:spPr>
          <a:xfrm>
            <a:off x="812800" y="6238280"/>
            <a:ext cx="64986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7A78"/>
                </a:solidFill>
                <a:latin typeface="IBM Plex Mono" pitchFamily="34" charset="0"/>
                <a:ea typeface="IBM Plex Mono" pitchFamily="34" charset="-122"/>
                <a:cs typeface="IBM Plex Mono" pitchFamily="34" charset="-120"/>
              </a:rPr>
              <a:t>The operational master also feeds the predictive engine and the agent</a:t>
            </a:r>
            <a:endParaRPr lang="en-US" sz="1200" dirty="0"/>
          </a:p>
        </p:txBody>
      </p:sp>
      <p:sp>
        <p:nvSpPr>
          <p:cNvPr id="35" name="Text 31"/>
          <p:cNvSpPr/>
          <p:nvPr/>
        </p:nvSpPr>
        <p:spPr>
          <a:xfrm>
            <a:off x="11196307" y="6238280"/>
            <a:ext cx="233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7A78"/>
                </a:solidFill>
                <a:latin typeface="IBM Plex Mono" pitchFamily="34" charset="0"/>
                <a:ea typeface="IBM Plex Mono" pitchFamily="34" charset="-122"/>
                <a:cs typeface="IBM Plex Mono" pitchFamily="34" charset="-120"/>
              </a:rPr>
              <a:t>05</a:t>
            </a:r>
            <a:endParaRPr lang="en-US" sz="1200" dirty="0"/>
          </a:p>
        </p:txBody>
      </p:sp>
      <p:sp>
        <p:nvSpPr>
          <p:cNvPr id="37" name="TextBox 36">
            <a:extLst>
              <a:ext uri="{FF2B5EF4-FFF2-40B4-BE49-F238E27FC236}">
                <a16:creationId xmlns:a16="http://schemas.microsoft.com/office/drawing/2014/main" id="{AF5F3665-1AC7-BD23-0E89-21A39F09C9D7}"/>
              </a:ext>
            </a:extLst>
          </p:cNvPr>
          <p:cNvSpPr txBox="1"/>
          <p:nvPr/>
        </p:nvSpPr>
        <p:spPr>
          <a:xfrm>
            <a:off x="807085" y="448547"/>
            <a:ext cx="6096000" cy="492443"/>
          </a:xfrm>
          <a:prstGeom prst="rect">
            <a:avLst/>
          </a:prstGeom>
          <a:noFill/>
        </p:spPr>
        <p:txBody>
          <a:bodyPr wrap="square">
            <a:spAutoFit/>
          </a:bodyPr>
          <a:lstStyle/>
          <a:p>
            <a:r>
              <a:rPr lang="en-US" sz="2600" b="1" dirty="0">
                <a:solidFill>
                  <a:srgbClr val="03514D"/>
                </a:solidFill>
                <a:latin typeface="Quicksand" pitchFamily="34" charset="0"/>
                <a:ea typeface="Quicksand" pitchFamily="34" charset="-122"/>
              </a:rPr>
              <a:t>FUTURE ROADMAP…</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893</Words>
  <Application>Microsoft Office PowerPoint</Application>
  <PresentationFormat>Widescreen</PresentationFormat>
  <Paragraphs>113</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IBM Plex Mono</vt:lpstr>
      <vt:lpstr>Quicksand</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KAMPASS — Pitch Deck</dc:title>
  <dc:subject>PptxGenJS Presentation</dc:subject>
  <dc:creator>PptxGenJS</dc:creator>
  <cp:lastModifiedBy>Ragav Ramachandran</cp:lastModifiedBy>
  <cp:revision>1</cp:revision>
  <dcterms:created xsi:type="dcterms:W3CDTF">2026-09-29T12:21:50Z</dcterms:created>
  <dcterms:modified xsi:type="dcterms:W3CDTF">2026-09-29T12:46:04Z</dcterms:modified>
</cp:coreProperties>
</file>